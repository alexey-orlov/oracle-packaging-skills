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69" r:id="rId7"/>
    <p:sldId id="276" r:id="rId8"/>
    <p:sldId id="277" r:id="rId9"/>
    <p:sldId id="260" r:id="rId10"/>
    <p:sldId id="279" r:id="rId11"/>
    <p:sldId id="267" r:id="rId12"/>
    <p:sldId id="278" r:id="rId13"/>
    <p:sldId id="275" r:id="rId14"/>
  </p:sldIdLst>
  <p:sldSz cx="12192000" cy="6858000"/>
  <p:notesSz cx="13716000" cy="243871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89E37-B850-1D40-C287-E7457D095939}" name="Taras Lopushanskyi" initials="" userId="S::tlopu@softserveinc.com::7b479547-1ac6-4c3e-bfc7-6a03fe16e469" providerId="AD"/>
  <p188:author id="{DC511251-FA26-9433-1173-3030CF824937}" name="Neill Furmston" initials="" userId="S::nfurm@softserveinc.com::1f7bb88b-ebba-4afe-b2d3-53cd9fd2713d" providerId="AD"/>
  <p188:author id="{F3764051-4701-B8D2-F2FF-086436182B31}" name="Helga Kuklieva" initials="HK" userId="S::okukl@softserveinc.com::8058d566-3e94-4190-bb8d-b787b7329c88" providerId="AD"/>
  <p188:author id="{FC195F60-30CD-1CEB-73C0-F626030225A3}" name="Vika Shemet" initials="" userId="S::vsheme@softserveinc.com::db0cc8c0-0552-412f-b1bb-b7d23224c7a0" providerId="AD"/>
  <p188:author id="{7ED644DC-D3AC-75B6-36A0-CC58848AD126}" name="Iryna Sukhotska" initials="" userId="S::isukh@softserveinc.com::57b3c95b-473f-45db-abc5-73044ff921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15A"/>
    <a:srgbClr val="F36849"/>
    <a:srgbClr val="F95050"/>
    <a:srgbClr val="1285C3"/>
    <a:srgbClr val="26282B"/>
    <a:srgbClr val="44515A"/>
    <a:srgbClr val="FFC62B"/>
    <a:srgbClr val="90F0BB"/>
    <a:srgbClr val="20E077"/>
    <a:srgbClr val="FC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6B622-4C32-BC4B-AC9D-770347841BF1}" v="171" dt="2026-06-23T13:29:49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68"/>
    <p:restoredTop sz="94641"/>
  </p:normalViewPr>
  <p:slideViewPr>
    <p:cSldViewPr>
      <p:cViewPr>
        <p:scale>
          <a:sx n="125" d="100"/>
          <a:sy n="125" d="100"/>
        </p:scale>
        <p:origin x="15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ksii Orlov" userId="aa7c47d8-364d-4293-a702-65622216b23c" providerId="ADAL" clId="{CA9AFEDF-167F-5D53-A2B9-7E9A8E547BD0}"/>
    <pc:docChg chg="undo redo custSel addSld delSld modSld sldOrd">
      <pc:chgData name="Oleksii Orlov" userId="aa7c47d8-364d-4293-a702-65622216b23c" providerId="ADAL" clId="{CA9AFEDF-167F-5D53-A2B9-7E9A8E547BD0}" dt="2026-06-23T14:37:26.226" v="4145" actId="20577"/>
      <pc:docMkLst>
        <pc:docMk/>
      </pc:docMkLst>
      <pc:sldChg chg="modSp mod">
        <pc:chgData name="Oleksii Orlov" userId="aa7c47d8-364d-4293-a702-65622216b23c" providerId="ADAL" clId="{CA9AFEDF-167F-5D53-A2B9-7E9A8E547BD0}" dt="2026-06-21T19:47:20.183" v="86" actId="2710"/>
        <pc:sldMkLst>
          <pc:docMk/>
          <pc:sldMk cId="0" sldId="256"/>
        </pc:sldMkLst>
        <pc:spChg chg="mod">
          <ac:chgData name="Oleksii Orlov" userId="aa7c47d8-364d-4293-a702-65622216b23c" providerId="ADAL" clId="{CA9AFEDF-167F-5D53-A2B9-7E9A8E547BD0}" dt="2026-06-21T19:47:20.183" v="86" actId="2710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6:35.731" v="75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Oleksii Orlov" userId="aa7c47d8-364d-4293-a702-65622216b23c" providerId="ADAL" clId="{CA9AFEDF-167F-5D53-A2B9-7E9A8E547BD0}" dt="2026-06-21T19:44:15.147" v="64" actId="403"/>
        <pc:sldMkLst>
          <pc:docMk/>
          <pc:sldMk cId="0" sldId="257"/>
        </pc:sldMkLst>
        <pc:spChg chg="mod">
          <ac:chgData name="Oleksii Orlov" userId="aa7c47d8-364d-4293-a702-65622216b23c" providerId="ADAL" clId="{CA9AFEDF-167F-5D53-A2B9-7E9A8E547BD0}" dt="2026-06-21T19:44:05.134" v="61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11.543" v="62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15.147" v="64" actId="403"/>
          <ac:spMkLst>
            <pc:docMk/>
            <pc:sldMk cId="0" sldId="257"/>
            <ac:spMk id="5" creationId="{00000000-0000-0000-0000-000000000000}"/>
          </ac:spMkLst>
        </pc:spChg>
      </pc:sldChg>
      <pc:sldChg chg="modSp mod modShow">
        <pc:chgData name="Oleksii Orlov" userId="aa7c47d8-364d-4293-a702-65622216b23c" providerId="ADAL" clId="{CA9AFEDF-167F-5D53-A2B9-7E9A8E547BD0}" dt="2026-06-23T07:53:52.282" v="2401" actId="729"/>
        <pc:sldMkLst>
          <pc:docMk/>
          <pc:sldMk cId="0" sldId="258"/>
        </pc:sldMkLst>
        <pc:spChg chg="mod">
          <ac:chgData name="Oleksii Orlov" userId="aa7c47d8-364d-4293-a702-65622216b23c" providerId="ADAL" clId="{CA9AFEDF-167F-5D53-A2B9-7E9A8E547BD0}" dt="2026-06-22T16:31:49.147" v="378" actId="11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30:54.461" v="329" actId="20577"/>
          <ac:spMkLst>
            <pc:docMk/>
            <pc:sldMk cId="0" sldId="258"/>
            <ac:spMk id="22" creationId="{00000000-0000-0000-0000-000000000000}"/>
          </ac:spMkLst>
        </pc:spChg>
      </pc:sldChg>
      <pc:sldChg chg="addSp modSp mod ord modShow">
        <pc:chgData name="Oleksii Orlov" userId="aa7c47d8-364d-4293-a702-65622216b23c" providerId="ADAL" clId="{CA9AFEDF-167F-5D53-A2B9-7E9A8E547BD0}" dt="2026-06-23T13:39:27.984" v="4095" actId="20578"/>
        <pc:sldMkLst>
          <pc:docMk/>
          <pc:sldMk cId="0" sldId="259"/>
        </pc:sldMkLst>
        <pc:spChg chg="mod">
          <ac:chgData name="Oleksii Orlov" userId="aa7c47d8-364d-4293-a702-65622216b23c" providerId="ADAL" clId="{CA9AFEDF-167F-5D53-A2B9-7E9A8E547BD0}" dt="2026-06-22T16:32:25.237" v="37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32:29.401" v="381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1:37.834" v="3698" actId="20577"/>
          <ac:spMkLst>
            <pc:docMk/>
            <pc:sldMk cId="0" sldId="259"/>
            <ac:spMk id="11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8:38:28.265" v="2402"/>
          <ac:spMkLst>
            <pc:docMk/>
            <pc:sldMk cId="0" sldId="259"/>
            <ac:spMk id="30" creationId="{A2544974-6A30-C508-7699-478C4D32516D}"/>
          </ac:spMkLst>
        </pc:spChg>
      </pc:sldChg>
      <pc:sldChg chg="addSp modSp mod modShow">
        <pc:chgData name="Oleksii Orlov" userId="aa7c47d8-364d-4293-a702-65622216b23c" providerId="ADAL" clId="{CA9AFEDF-167F-5D53-A2B9-7E9A8E547BD0}" dt="2026-06-23T07:53:52.282" v="2401" actId="729"/>
        <pc:sldMkLst>
          <pc:docMk/>
          <pc:sldMk cId="0" sldId="260"/>
        </pc:sldMkLst>
        <pc:spChg chg="mod">
          <ac:chgData name="Oleksii Orlov" userId="aa7c47d8-364d-4293-a702-65622216b23c" providerId="ADAL" clId="{CA9AFEDF-167F-5D53-A2B9-7E9A8E547BD0}" dt="2026-06-21T19:41:43.517" v="9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29:47.498" v="268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30:06.109" v="310" actId="20577"/>
          <ac:spMkLst>
            <pc:docMk/>
            <pc:sldMk cId="0" sldId="260"/>
            <ac:spMk id="16" creationId="{00000000-0000-0000-0000-000000000000}"/>
          </ac:spMkLst>
        </pc:spChg>
        <pc:cxnChg chg="add mod">
          <ac:chgData name="Oleksii Orlov" userId="aa7c47d8-364d-4293-a702-65622216b23c" providerId="ADAL" clId="{CA9AFEDF-167F-5D53-A2B9-7E9A8E547BD0}" dt="2026-06-21T19:41:34.334" v="5" actId="1582"/>
          <ac:cxnSpMkLst>
            <pc:docMk/>
            <pc:sldMk cId="0" sldId="260"/>
            <ac:cxnSpMk id="25" creationId="{94211567-61D9-4FB4-EC44-66D87251A2CA}"/>
          </ac:cxnSpMkLst>
        </pc:cxnChg>
      </pc:sldChg>
      <pc:sldChg chg="modSp mod modShow">
        <pc:chgData name="Oleksii Orlov" userId="aa7c47d8-364d-4293-a702-65622216b23c" providerId="ADAL" clId="{CA9AFEDF-167F-5D53-A2B9-7E9A8E547BD0}" dt="2026-06-23T09:52:56.629" v="3122" actId="20577"/>
        <pc:sldMkLst>
          <pc:docMk/>
          <pc:sldMk cId="0" sldId="261"/>
        </pc:sldMkLst>
        <pc:spChg chg="mod">
          <ac:chgData name="Oleksii Orlov" userId="aa7c47d8-364d-4293-a702-65622216b23c" providerId="ADAL" clId="{CA9AFEDF-167F-5D53-A2B9-7E9A8E547BD0}" dt="2026-06-21T19:42:47.177" v="55" actId="20577"/>
          <ac:spMkLst>
            <pc:docMk/>
            <pc:sldMk cId="0" sldId="261"/>
            <ac:spMk id="6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09:52:56.629" v="3122" actId="2057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delSp modSp del mod">
        <pc:chgData name="Oleksii Orlov" userId="aa7c47d8-364d-4293-a702-65622216b23c" providerId="ADAL" clId="{CA9AFEDF-167F-5D53-A2B9-7E9A8E547BD0}" dt="2026-06-23T07:44:11.898" v="2041" actId="2696"/>
        <pc:sldMkLst>
          <pc:docMk/>
          <pc:sldMk cId="0" sldId="262"/>
        </pc:sldMkLst>
        <pc:spChg chg="del mod">
          <ac:chgData name="Oleksii Orlov" userId="aa7c47d8-364d-4293-a702-65622216b23c" providerId="ADAL" clId="{CA9AFEDF-167F-5D53-A2B9-7E9A8E547BD0}" dt="2026-06-23T07:40:53.461" v="1980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21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7:41:10.531" v="1981" actId="1076"/>
          <ac:spMkLst>
            <pc:docMk/>
            <pc:sldMk cId="0" sldId="262"/>
            <ac:spMk id="22" creationId="{7269425D-E9E3-E6B5-2DEA-5FD2FA5653F9}"/>
          </ac:spMkLst>
        </pc:spChg>
        <pc:spChg chg="add mod">
          <ac:chgData name="Oleksii Orlov" userId="aa7c47d8-364d-4293-a702-65622216b23c" providerId="ADAL" clId="{CA9AFEDF-167F-5D53-A2B9-7E9A8E547BD0}" dt="2026-06-23T07:41:10.531" v="1981" actId="1076"/>
          <ac:spMkLst>
            <pc:docMk/>
            <pc:sldMk cId="0" sldId="262"/>
            <ac:spMk id="23" creationId="{227C5E94-3D6D-9E53-78F3-5F897EF13AEC}"/>
          </ac:spMkLst>
        </pc:spChg>
      </pc:sldChg>
      <pc:sldChg chg="addSp delSp modSp mod">
        <pc:chgData name="Oleksii Orlov" userId="aa7c47d8-364d-4293-a702-65622216b23c" providerId="ADAL" clId="{CA9AFEDF-167F-5D53-A2B9-7E9A8E547BD0}" dt="2026-06-23T09:32:11.688" v="3107" actId="20577"/>
        <pc:sldMkLst>
          <pc:docMk/>
          <pc:sldMk cId="0" sldId="263"/>
        </pc:sldMkLst>
        <pc:spChg chg="mod">
          <ac:chgData name="Oleksii Orlov" userId="aa7c47d8-364d-4293-a702-65622216b23c" providerId="ADAL" clId="{CA9AFEDF-167F-5D53-A2B9-7E9A8E547BD0}" dt="2026-06-23T07:42:58.529" v="203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6:01.012" v="213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8:59:07.191" v="1131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32:11.688" v="3107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29.966" v="536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137" v="537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1.142" v="541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310" v="538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49:50.584" v="456" actId="20577"/>
          <ac:spMkLst>
            <pc:docMk/>
            <pc:sldMk cId="0" sldId="263"/>
            <ac:spMk id="3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460" v="539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636" v="540" actId="107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44:30.647" v="427" actId="20577"/>
          <ac:spMkLst>
            <pc:docMk/>
            <pc:sldMk cId="0" sldId="263"/>
            <ac:spMk id="4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44:34.123" v="429" actId="20577"/>
          <ac:spMkLst>
            <pc:docMk/>
            <pc:sldMk cId="0" sldId="263"/>
            <ac:spMk id="4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2:06.208" v="2010" actId="20577"/>
          <ac:spMkLst>
            <pc:docMk/>
            <pc:sldMk cId="0" sldId="263"/>
            <ac:spMk id="50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7:43:56.377" v="2038"/>
          <ac:spMkLst>
            <pc:docMk/>
            <pc:sldMk cId="0" sldId="263"/>
            <ac:spMk id="55" creationId="{576D8A8F-94FD-4228-1126-56AD7BE189E8}"/>
          </ac:spMkLst>
        </pc:spChg>
        <pc:spChg chg="add mod">
          <ac:chgData name="Oleksii Orlov" userId="aa7c47d8-364d-4293-a702-65622216b23c" providerId="ADAL" clId="{CA9AFEDF-167F-5D53-A2B9-7E9A8E547BD0}" dt="2026-06-23T09:29:39.557" v="3063" actId="115"/>
          <ac:spMkLst>
            <pc:docMk/>
            <pc:sldMk cId="0" sldId="263"/>
            <ac:spMk id="56" creationId="{E59AB0C1-29D7-CD39-27C9-00F72122EA86}"/>
          </ac:spMkLst>
        </pc:spChg>
        <pc:spChg chg="add mod">
          <ac:chgData name="Oleksii Orlov" userId="aa7c47d8-364d-4293-a702-65622216b23c" providerId="ADAL" clId="{CA9AFEDF-167F-5D53-A2B9-7E9A8E547BD0}" dt="2026-06-23T07:44:07.463" v="2040" actId="113"/>
          <ac:spMkLst>
            <pc:docMk/>
            <pc:sldMk cId="0" sldId="263"/>
            <ac:spMk id="57" creationId="{5126717A-8ADE-1AE2-E4B1-6CAD88DE25B1}"/>
          </ac:spMkLst>
        </pc:spChg>
        <pc:spChg chg="add del">
          <ac:chgData name="Oleksii Orlov" userId="aa7c47d8-364d-4293-a702-65622216b23c" providerId="ADAL" clId="{CA9AFEDF-167F-5D53-A2B9-7E9A8E547BD0}" dt="2026-06-23T09:29:05.082" v="3011" actId="22"/>
          <ac:spMkLst>
            <pc:docMk/>
            <pc:sldMk cId="0" sldId="263"/>
            <ac:spMk id="59" creationId="{9CE4BA64-0492-FF38-7A5C-D4D5CDD6BE19}"/>
          </ac:spMkLst>
        </pc:spChg>
        <pc:spChg chg="add mod">
          <ac:chgData name="Oleksii Orlov" userId="aa7c47d8-364d-4293-a702-65622216b23c" providerId="ADAL" clId="{CA9AFEDF-167F-5D53-A2B9-7E9A8E547BD0}" dt="2026-06-23T09:31:01.455" v="3097" actId="1076"/>
          <ac:spMkLst>
            <pc:docMk/>
            <pc:sldMk cId="0" sldId="263"/>
            <ac:spMk id="60" creationId="{3E147628-B8A4-EFFF-077B-A6D2B5A4A395}"/>
          </ac:spMkLst>
        </pc:spChg>
      </pc:sldChg>
      <pc:sldChg chg="addSp delSp modSp mod">
        <pc:chgData name="Oleksii Orlov" userId="aa7c47d8-364d-4293-a702-65622216b23c" providerId="ADAL" clId="{CA9AFEDF-167F-5D53-A2B9-7E9A8E547BD0}" dt="2026-06-23T13:07:48.084" v="3406" actId="404"/>
        <pc:sldMkLst>
          <pc:docMk/>
          <pc:sldMk cId="0" sldId="264"/>
        </pc:sldMkLst>
        <pc:spChg chg="mod">
          <ac:chgData name="Oleksii Orlov" userId="aa7c47d8-364d-4293-a702-65622216b23c" providerId="ADAL" clId="{CA9AFEDF-167F-5D53-A2B9-7E9A8E547BD0}" dt="2026-06-23T07:45:32.105" v="2076" actId="313"/>
          <ac:spMkLst>
            <pc:docMk/>
            <pc:sldMk cId="0" sldId="264"/>
            <ac:spMk id="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6:04.533" v="2132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2:55:30.940" v="3214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2:55:30.940" v="3214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06:58.140" v="3399" actId="20577"/>
          <ac:spMkLst>
            <pc:docMk/>
            <pc:sldMk cId="0" sldId="264"/>
            <ac:spMk id="14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2:55:20.627" v="3211" actId="21"/>
          <ac:spMkLst>
            <pc:docMk/>
            <pc:sldMk cId="0" sldId="264"/>
            <ac:spMk id="19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2:55:20.627" v="3211" actId="21"/>
          <ac:spMkLst>
            <pc:docMk/>
            <pc:sldMk cId="0" sldId="264"/>
            <ac:spMk id="20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13:07:48.084" v="3406" actId="404"/>
          <ac:spMkLst>
            <pc:docMk/>
            <pc:sldMk cId="0" sldId="264"/>
            <ac:spMk id="21" creationId="{75223CCD-B591-EF29-35DA-37CA0828D96A}"/>
          </ac:spMkLst>
        </pc:spChg>
        <pc:spChg chg="add mod">
          <ac:chgData name="Oleksii Orlov" userId="aa7c47d8-364d-4293-a702-65622216b23c" providerId="ADAL" clId="{CA9AFEDF-167F-5D53-A2B9-7E9A8E547BD0}" dt="2026-06-23T07:44:28.439" v="2043"/>
          <ac:spMkLst>
            <pc:docMk/>
            <pc:sldMk cId="0" sldId="264"/>
            <ac:spMk id="21" creationId="{853D9821-096C-E4B2-57DE-BF8FE4CD9F98}"/>
          </ac:spMkLst>
        </pc:spChg>
        <pc:spChg chg="add mod">
          <ac:chgData name="Oleksii Orlov" userId="aa7c47d8-364d-4293-a702-65622216b23c" providerId="ADAL" clId="{CA9AFEDF-167F-5D53-A2B9-7E9A8E547BD0}" dt="2026-06-23T12:55:36.399" v="3216" actId="1076"/>
          <ac:spMkLst>
            <pc:docMk/>
            <pc:sldMk cId="0" sldId="264"/>
            <ac:spMk id="22" creationId="{07154737-1DD1-4B44-ABB4-02EF7C31C6BB}"/>
          </ac:spMkLst>
        </pc:spChg>
        <pc:spChg chg="add mod">
          <ac:chgData name="Oleksii Orlov" userId="aa7c47d8-364d-4293-a702-65622216b23c" providerId="ADAL" clId="{CA9AFEDF-167F-5D53-A2B9-7E9A8E547BD0}" dt="2026-06-23T07:44:32.351" v="2045"/>
          <ac:spMkLst>
            <pc:docMk/>
            <pc:sldMk cId="0" sldId="264"/>
            <ac:spMk id="22" creationId="{2E096CC5-A7BC-8F74-C44B-255CDAFB55D5}"/>
          </ac:spMkLst>
        </pc:spChg>
        <pc:spChg chg="add del mod">
          <ac:chgData name="Oleksii Orlov" userId="aa7c47d8-364d-4293-a702-65622216b23c" providerId="ADAL" clId="{CA9AFEDF-167F-5D53-A2B9-7E9A8E547BD0}" dt="2026-06-23T07:44:38.403" v="2048" actId="478"/>
          <ac:spMkLst>
            <pc:docMk/>
            <pc:sldMk cId="0" sldId="264"/>
            <ac:spMk id="23" creationId="{A4EDC916-E77C-BB6F-B9AB-31AF80A163C5}"/>
          </ac:spMkLst>
        </pc:spChg>
      </pc:sldChg>
      <pc:sldChg chg="modSp mod">
        <pc:chgData name="Oleksii Orlov" userId="aa7c47d8-364d-4293-a702-65622216b23c" providerId="ADAL" clId="{CA9AFEDF-167F-5D53-A2B9-7E9A8E547BD0}" dt="2026-06-21T19:44:35.235" v="70" actId="2711"/>
        <pc:sldMkLst>
          <pc:docMk/>
          <pc:sldMk cId="0" sldId="265"/>
        </pc:sldMkLst>
        <pc:spChg chg="mod">
          <ac:chgData name="Oleksii Orlov" userId="aa7c47d8-364d-4293-a702-65622216b23c" providerId="ADAL" clId="{CA9AFEDF-167F-5D53-A2B9-7E9A8E547BD0}" dt="2026-06-21T19:43:56.278" v="60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35.235" v="70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23.866" v="66" actId="403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Oleksii Orlov" userId="aa7c47d8-364d-4293-a702-65622216b23c" providerId="ADAL" clId="{CA9AFEDF-167F-5D53-A2B9-7E9A8E547BD0}" dt="2026-06-23T11:43:22.953" v="3210" actId="20577"/>
        <pc:sldMkLst>
          <pc:docMk/>
          <pc:sldMk cId="0" sldId="266"/>
        </pc:sldMkLst>
        <pc:spChg chg="mod">
          <ac:chgData name="Oleksii Orlov" userId="aa7c47d8-364d-4293-a702-65622216b23c" providerId="ADAL" clId="{CA9AFEDF-167F-5D53-A2B9-7E9A8E547BD0}" dt="2026-06-23T07:35:30.755" v="1837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32:52.397" v="1682" actId="20577"/>
          <ac:spMkLst>
            <pc:docMk/>
            <pc:sldMk cId="0" sldId="266"/>
            <ac:spMk id="6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11:43:22.953" v="3210" actId="20577"/>
          <ac:graphicFrameMkLst>
            <pc:docMk/>
            <pc:sldMk cId="0" sldId="266"/>
            <ac:graphicFrameMk id="7" creationId="{00000000-0000-0000-0000-000000000000}"/>
          </ac:graphicFrameMkLst>
        </pc:graphicFrameChg>
      </pc:sldChg>
      <pc:sldChg chg="addSp delSp modSp mod">
        <pc:chgData name="Oleksii Orlov" userId="aa7c47d8-364d-4293-a702-65622216b23c" providerId="ADAL" clId="{CA9AFEDF-167F-5D53-A2B9-7E9A8E547BD0}" dt="2026-06-23T09:31:27.487" v="3105" actId="1076"/>
        <pc:sldMkLst>
          <pc:docMk/>
          <pc:sldMk cId="0" sldId="267"/>
        </pc:sldMkLst>
        <pc:spChg chg="mod">
          <ac:chgData name="Oleksii Orlov" userId="aa7c47d8-364d-4293-a702-65622216b23c" providerId="ADAL" clId="{CA9AFEDF-167F-5D53-A2B9-7E9A8E547BD0}" dt="2026-06-23T07:35:16.552" v="1799" actId="20577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Oleksii Orlov" userId="aa7c47d8-364d-4293-a702-65622216b23c" providerId="ADAL" clId="{CA9AFEDF-167F-5D53-A2B9-7E9A8E547BD0}" dt="2026-06-23T07:49:41.694" v="2233" actId="21"/>
          <ac:spMkLst>
            <pc:docMk/>
            <pc:sldMk cId="0" sldId="267"/>
            <ac:spMk id="6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7:52:22.604" v="2398" actId="404"/>
          <ac:spMkLst>
            <pc:docMk/>
            <pc:sldMk cId="0" sldId="267"/>
            <ac:spMk id="8" creationId="{92E1552A-D904-C6F8-782C-9E548E71A18E}"/>
          </ac:spMkLst>
        </pc:spChg>
        <pc:spChg chg="add mod">
          <ac:chgData name="Oleksii Orlov" userId="aa7c47d8-364d-4293-a702-65622216b23c" providerId="ADAL" clId="{CA9AFEDF-167F-5D53-A2B9-7E9A8E547BD0}" dt="2026-06-23T09:31:27.487" v="3105" actId="1076"/>
          <ac:spMkLst>
            <pc:docMk/>
            <pc:sldMk cId="0" sldId="267"/>
            <ac:spMk id="9" creationId="{BB5CBCAD-43E3-82E6-13C7-1BFF995F4EF7}"/>
          </ac:spMkLst>
        </pc:spChg>
        <pc:graphicFrameChg chg="mod modGraphic">
          <ac:chgData name="Oleksii Orlov" userId="aa7c47d8-364d-4293-a702-65622216b23c" providerId="ADAL" clId="{CA9AFEDF-167F-5D53-A2B9-7E9A8E547BD0}" dt="2026-06-23T07:49:51.982" v="2234" actId="1076"/>
          <ac:graphicFrameMkLst>
            <pc:docMk/>
            <pc:sldMk cId="0" sldId="267"/>
            <ac:graphicFrameMk id="7" creationId="{00000000-0000-0000-0000-000000000000}"/>
          </ac:graphicFrameMkLst>
        </pc:graphicFrameChg>
      </pc:sldChg>
      <pc:sldChg chg="modSp mod modShow">
        <pc:chgData name="Oleksii Orlov" userId="aa7c47d8-364d-4293-a702-65622216b23c" providerId="ADAL" clId="{CA9AFEDF-167F-5D53-A2B9-7E9A8E547BD0}" dt="2026-06-23T07:53:36.767" v="2399" actId="729"/>
        <pc:sldMkLst>
          <pc:docMk/>
          <pc:sldMk cId="0" sldId="268"/>
        </pc:sldMkLst>
        <pc:spChg chg="mod">
          <ac:chgData name="Oleksii Orlov" userId="aa7c47d8-364d-4293-a702-65622216b23c" providerId="ADAL" clId="{CA9AFEDF-167F-5D53-A2B9-7E9A8E547BD0}" dt="2026-06-23T07:35:51.372" v="1839"/>
          <ac:spMkLst>
            <pc:docMk/>
            <pc:sldMk cId="0" sldId="268"/>
            <ac:spMk id="5" creationId="{00000000-0000-0000-0000-000000000000}"/>
          </ac:spMkLst>
        </pc:spChg>
      </pc:sldChg>
      <pc:sldChg chg="mod modShow">
        <pc:chgData name="Oleksii Orlov" userId="aa7c47d8-364d-4293-a702-65622216b23c" providerId="ADAL" clId="{CA9AFEDF-167F-5D53-A2B9-7E9A8E547BD0}" dt="2026-06-23T07:53:40.175" v="2400" actId="729"/>
        <pc:sldMkLst>
          <pc:docMk/>
          <pc:sldMk cId="0" sldId="269"/>
        </pc:sldMkLst>
      </pc:sldChg>
      <pc:sldChg chg="modSp add del mod">
        <pc:chgData name="Oleksii Orlov" userId="aa7c47d8-364d-4293-a702-65622216b23c" providerId="ADAL" clId="{CA9AFEDF-167F-5D53-A2B9-7E9A8E547BD0}" dt="2026-06-23T13:39:02.080" v="4092" actId="2696"/>
        <pc:sldMkLst>
          <pc:docMk/>
          <pc:sldMk cId="2148568396" sldId="270"/>
        </pc:sldMkLst>
        <pc:spChg chg="mod">
          <ac:chgData name="Oleksii Orlov" userId="aa7c47d8-364d-4293-a702-65622216b23c" providerId="ADAL" clId="{CA9AFEDF-167F-5D53-A2B9-7E9A8E547BD0}" dt="2026-06-23T08:38:38.700" v="2425" actId="20577"/>
          <ac:spMkLst>
            <pc:docMk/>
            <pc:sldMk cId="2148568396" sldId="270"/>
            <ac:spMk id="3" creationId="{90186EF6-145C-3B6D-4DBE-C008EDC02D76}"/>
          </ac:spMkLst>
        </pc:spChg>
      </pc:sldChg>
      <pc:sldChg chg="delSp modSp add mod">
        <pc:chgData name="Oleksii Orlov" userId="aa7c47d8-364d-4293-a702-65622216b23c" providerId="ADAL" clId="{CA9AFEDF-167F-5D53-A2B9-7E9A8E547BD0}" dt="2026-06-23T13:05:22.934" v="3334" actId="20577"/>
        <pc:sldMkLst>
          <pc:docMk/>
          <pc:sldMk cId="0" sldId="271"/>
        </pc:sldMkLst>
        <pc:spChg chg="mod">
          <ac:chgData name="Oleksii Orlov" userId="aa7c47d8-364d-4293-a702-65622216b23c" providerId="ADAL" clId="{CA9AFEDF-167F-5D53-A2B9-7E9A8E547BD0}" dt="2026-06-23T08:51:52.790" v="2474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04:28.722" v="3291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10:03.205" v="2630" actId="1076"/>
          <ac:spMkLst>
            <pc:docMk/>
            <pc:sldMk cId="0" sldId="271"/>
            <ac:spMk id="14" creationId="{00000000-0000-0000-0000-000000000000}"/>
          </ac:spMkLst>
        </pc:spChg>
        <pc:spChg chg="del mod">
          <ac:chgData name="Oleksii Orlov" userId="aa7c47d8-364d-4293-a702-65622216b23c" providerId="ADAL" clId="{CA9AFEDF-167F-5D53-A2B9-7E9A8E547BD0}" dt="2026-06-23T09:09:02.981" v="2625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4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13:05:22.934" v="3334" actId="20577"/>
          <ac:graphicFrameMkLst>
            <pc:docMk/>
            <pc:sldMk cId="0" sldId="271"/>
            <ac:graphicFrameMk id="13" creationId="{00000000-0000-0000-0000-000000000000}"/>
          </ac:graphicFrameMkLst>
        </pc:graphicFrameChg>
      </pc:sldChg>
      <pc:sldChg chg="modSp add mod">
        <pc:chgData name="Oleksii Orlov" userId="aa7c47d8-364d-4293-a702-65622216b23c" providerId="ADAL" clId="{CA9AFEDF-167F-5D53-A2B9-7E9A8E547BD0}" dt="2026-06-23T08:54:47.846" v="2603" actId="20577"/>
        <pc:sldMkLst>
          <pc:docMk/>
          <pc:sldMk cId="3513997798" sldId="272"/>
        </pc:sldMkLst>
        <pc:spChg chg="mod">
          <ac:chgData name="Oleksii Orlov" userId="aa7c47d8-364d-4293-a702-65622216b23c" providerId="ADAL" clId="{CA9AFEDF-167F-5D53-A2B9-7E9A8E547BD0}" dt="2026-06-23T08:51:18.933" v="2430" actId="20577"/>
          <ac:spMkLst>
            <pc:docMk/>
            <pc:sldMk cId="3513997798" sldId="272"/>
            <ac:spMk id="2" creationId="{73301DA7-EEDC-BAFA-BDE7-C86608597D2A}"/>
          </ac:spMkLst>
        </pc:spChg>
        <pc:spChg chg="mod">
          <ac:chgData name="Oleksii Orlov" userId="aa7c47d8-364d-4293-a702-65622216b23c" providerId="ADAL" clId="{CA9AFEDF-167F-5D53-A2B9-7E9A8E547BD0}" dt="2026-06-23T08:54:47.846" v="2603" actId="20577"/>
          <ac:spMkLst>
            <pc:docMk/>
            <pc:sldMk cId="3513997798" sldId="272"/>
            <ac:spMk id="4" creationId="{9AFBD2B2-8194-6D7A-DA2F-970F0D8B25A0}"/>
          </ac:spMkLst>
        </pc:spChg>
        <pc:spChg chg="mod">
          <ac:chgData name="Oleksii Orlov" userId="aa7c47d8-364d-4293-a702-65622216b23c" providerId="ADAL" clId="{CA9AFEDF-167F-5D53-A2B9-7E9A8E547BD0}" dt="2026-06-23T08:51:36.876" v="2449" actId="20577"/>
          <ac:spMkLst>
            <pc:docMk/>
            <pc:sldMk cId="3513997798" sldId="272"/>
            <ac:spMk id="5" creationId="{62880578-1D41-DC1C-4B08-CF12A16F8207}"/>
          </ac:spMkLst>
        </pc:spChg>
      </pc:sldChg>
      <pc:sldChg chg="modSp add mod ord modShow">
        <pc:chgData name="Oleksii Orlov" userId="aa7c47d8-364d-4293-a702-65622216b23c" providerId="ADAL" clId="{CA9AFEDF-167F-5D53-A2B9-7E9A8E547BD0}" dt="2026-06-23T14:37:26.226" v="4145" actId="20577"/>
        <pc:sldMkLst>
          <pc:docMk/>
          <pc:sldMk cId="0" sldId="273"/>
        </pc:sldMkLst>
        <pc:spChg chg="mod">
          <ac:chgData name="Oleksii Orlov" userId="aa7c47d8-364d-4293-a702-65622216b23c" providerId="ADAL" clId="{CA9AFEDF-167F-5D53-A2B9-7E9A8E547BD0}" dt="2026-06-23T09:18:25.921" v="2633" actId="20577"/>
          <ac:spMkLst>
            <pc:docMk/>
            <pc:sldMk cId="0" sldId="273"/>
            <ac:spMk id="5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14:37:26.226" v="4145" actId="20577"/>
          <ac:graphicFrameMkLst>
            <pc:docMk/>
            <pc:sldMk cId="0" sldId="273"/>
            <ac:graphicFrameMk id="6" creationId="{00000000-0000-0000-0000-000000000000}"/>
          </ac:graphicFrameMkLst>
        </pc:graphicFrameChg>
      </pc:sldChg>
      <pc:sldChg chg="addSp delSp modSp add mod ord modShow">
        <pc:chgData name="Oleksii Orlov" userId="aa7c47d8-364d-4293-a702-65622216b23c" providerId="ADAL" clId="{CA9AFEDF-167F-5D53-A2B9-7E9A8E547BD0}" dt="2026-06-23T14:27:44.181" v="4132" actId="5793"/>
        <pc:sldMkLst>
          <pc:docMk/>
          <pc:sldMk cId="0" sldId="274"/>
        </pc:sldMkLst>
        <pc:spChg chg="mod">
          <ac:chgData name="Oleksii Orlov" userId="aa7c47d8-364d-4293-a702-65622216b23c" providerId="ADAL" clId="{CA9AFEDF-167F-5D53-A2B9-7E9A8E547BD0}" dt="2026-06-23T14:27:35.642" v="4119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4:27:38.398" v="4120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4:27:44.181" v="4132" actId="5793"/>
          <ac:spMkLst>
            <pc:docMk/>
            <pc:sldMk cId="0" sldId="274"/>
            <ac:spMk id="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20:48.479" v="2726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7:12.023" v="3961" actId="113"/>
          <ac:spMkLst>
            <pc:docMk/>
            <pc:sldMk cId="0" sldId="274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7:20.071" v="3974" actId="20577"/>
          <ac:spMkLst>
            <pc:docMk/>
            <pc:sldMk cId="0" sldId="274"/>
            <ac:spMk id="11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09:18:43.744" v="2636" actId="478"/>
          <ac:spMkLst>
            <pc:docMk/>
            <pc:sldMk cId="0" sldId="274"/>
            <ac:spMk id="1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35:31.316" v="4091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9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3:23:25.130" v="3742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3:23:25.130" v="3742" actId="478"/>
          <ac:spMkLst>
            <pc:docMk/>
            <pc:sldMk cId="0" sldId="274"/>
            <ac:spMk id="21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13:29:27.821" v="4036" actId="113"/>
          <ac:spMkLst>
            <pc:docMk/>
            <pc:sldMk cId="0" sldId="274"/>
            <ac:spMk id="23" creationId="{5FAFF524-A6DA-8C91-48CD-4E04146FFA4A}"/>
          </ac:spMkLst>
        </pc:spChg>
        <pc:spChg chg="add mod">
          <ac:chgData name="Oleksii Orlov" userId="aa7c47d8-364d-4293-a702-65622216b23c" providerId="ADAL" clId="{CA9AFEDF-167F-5D53-A2B9-7E9A8E547BD0}" dt="2026-06-23T13:30:34.764" v="4089" actId="20577"/>
          <ac:spMkLst>
            <pc:docMk/>
            <pc:sldMk cId="0" sldId="274"/>
            <ac:spMk id="27" creationId="{31B722E2-F4C5-9642-A730-C1CBEA342C8B}"/>
          </ac:spMkLst>
        </pc:spChg>
        <pc:spChg chg="add del mod">
          <ac:chgData name="Oleksii Orlov" userId="aa7c47d8-364d-4293-a702-65622216b23c" providerId="ADAL" clId="{CA9AFEDF-167F-5D53-A2B9-7E9A8E547BD0}" dt="2026-06-23T09:24:51.955" v="2983" actId="478"/>
          <ac:spMkLst>
            <pc:docMk/>
            <pc:sldMk cId="0" sldId="274"/>
            <ac:spMk id="29" creationId="{D65607A7-73B0-373F-B57C-CA2DE80F5D1E}"/>
          </ac:spMkLst>
        </pc:spChg>
        <pc:cxnChg chg="mod">
          <ac:chgData name="Oleksii Orlov" userId="aa7c47d8-364d-4293-a702-65622216b23c" providerId="ADAL" clId="{CA9AFEDF-167F-5D53-A2B9-7E9A8E547BD0}" dt="2026-06-23T09:20:48.479" v="2726" actId="1076"/>
          <ac:cxnSpMkLst>
            <pc:docMk/>
            <pc:sldMk cId="0" sldId="274"/>
            <ac:cxnSpMk id="12" creationId="{00000000-0000-0000-0000-000000000000}"/>
          </ac:cxnSpMkLst>
        </pc:cxnChg>
        <pc:cxnChg chg="mod">
          <ac:chgData name="Oleksii Orlov" userId="aa7c47d8-364d-4293-a702-65622216b23c" providerId="ADAL" clId="{CA9AFEDF-167F-5D53-A2B9-7E9A8E547BD0}" dt="2026-06-23T09:24:18.234" v="2977" actId="14100"/>
          <ac:cxnSpMkLst>
            <pc:docMk/>
            <pc:sldMk cId="0" sldId="274"/>
            <ac:cxnSpMk id="13" creationId="{00000000-0000-0000-0000-000000000000}"/>
          </ac:cxnSpMkLst>
        </pc:cxnChg>
        <pc:cxnChg chg="add mod">
          <ac:chgData name="Oleksii Orlov" userId="aa7c47d8-364d-4293-a702-65622216b23c" providerId="ADAL" clId="{CA9AFEDF-167F-5D53-A2B9-7E9A8E547BD0}" dt="2026-06-23T13:08:50.031" v="3409" actId="693"/>
          <ac:cxnSpMkLst>
            <pc:docMk/>
            <pc:sldMk cId="0" sldId="274"/>
            <ac:cxnSpMk id="22" creationId="{8F1634C8-8B65-1823-C545-F86E3F8CF800}"/>
          </ac:cxnSpMkLst>
        </pc:cxnChg>
        <pc:cxnChg chg="add mod">
          <ac:chgData name="Oleksii Orlov" userId="aa7c47d8-364d-4293-a702-65622216b23c" providerId="ADAL" clId="{CA9AFEDF-167F-5D53-A2B9-7E9A8E547BD0}" dt="2026-06-23T09:20:48.479" v="2726" actId="1076"/>
          <ac:cxnSpMkLst>
            <pc:docMk/>
            <pc:sldMk cId="0" sldId="274"/>
            <ac:cxnSpMk id="24" creationId="{48AD2E93-0C5A-E638-8A49-A5B06C20790D}"/>
          </ac:cxnSpMkLst>
        </pc:cxnChg>
        <pc:cxnChg chg="add mod">
          <ac:chgData name="Oleksii Orlov" userId="aa7c47d8-364d-4293-a702-65622216b23c" providerId="ADAL" clId="{CA9AFEDF-167F-5D53-A2B9-7E9A8E547BD0}" dt="2026-06-23T13:10:54.617" v="3554" actId="14100"/>
          <ac:cxnSpMkLst>
            <pc:docMk/>
            <pc:sldMk cId="0" sldId="274"/>
            <ac:cxnSpMk id="25" creationId="{D4B6625D-B6C9-EA26-5FEF-5F1EEB9426E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B680F3-DD1E-2F10-DC7E-0F75713A0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F4D9F-E224-EC65-6891-0836CE2DB5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74B5-A0C2-784A-8B79-F49806F2F400}" type="datetimeFigureOut">
              <a:rPr lang="en-US" smtClean="0">
                <a:latin typeface="Replica LL TT" panose="020B0504010101010104" pitchFamily="34" charset="77"/>
              </a:rPr>
              <a:t>7/11/26</a:t>
            </a:fld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5027-960B-0D77-E2EA-8CA65A6DC5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681D8-F754-61ED-C9B7-7CCEB164E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56655-A3FC-734D-870A-74EA14882906}" type="slidenum">
              <a:rPr lang="en-US" smtClean="0">
                <a:latin typeface="Replica LL TT" panose="020B0504010101010104" pitchFamily="34" charset="77"/>
              </a:rPr>
              <a:t>‹#›</a:t>
            </a:fld>
            <a:endParaRPr lang="en-US">
              <a:latin typeface="Replica LL TT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983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8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 KPI: improvements in the number (delta)</a:t>
            </a:r>
          </a:p>
        </p:txBody>
      </p:sp>
    </p:spTree>
    <p:extLst>
      <p:ext uri="{BB962C8B-B14F-4D97-AF65-F5344CB8AC3E}">
        <p14:creationId xmlns:p14="http://schemas.microsoft.com/office/powerpoint/2010/main" val="107576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Integration- emphasize more</a:t>
            </a:r>
          </a:p>
        </p:txBody>
      </p:sp>
    </p:spTree>
    <p:extLst>
      <p:ext uri="{BB962C8B-B14F-4D97-AF65-F5344CB8AC3E}">
        <p14:creationId xmlns:p14="http://schemas.microsoft.com/office/powerpoint/2010/main" val="3364304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651F-2EB5-0FC4-6452-50550E87D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E744D-B5A4-49CE-5C21-B5229D554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5ED0C-22C6-E6DE-4AA6-DA62A288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Integration- emphasize more</a:t>
            </a:r>
          </a:p>
        </p:txBody>
      </p:sp>
    </p:spTree>
    <p:extLst>
      <p:ext uri="{BB962C8B-B14F-4D97-AF65-F5344CB8AC3E}">
        <p14:creationId xmlns:p14="http://schemas.microsoft.com/office/powerpoint/2010/main" val="1307479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Efficiency KPIs &lt;&gt; Analytics</a:t>
            </a:r>
          </a:p>
          <a:p>
            <a:r>
              <a:rPr lang="en-US" dirty="0"/>
              <a:t>Range is too wide</a:t>
            </a:r>
          </a:p>
        </p:txBody>
      </p:sp>
    </p:spTree>
    <p:extLst>
      <p:ext uri="{BB962C8B-B14F-4D97-AF65-F5344CB8AC3E}">
        <p14:creationId xmlns:p14="http://schemas.microsoft.com/office/powerpoint/2010/main" val="2192835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BAA1-25D6-ECC3-FCAF-72CE47D8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D86DC-6AB6-769D-0BC2-FDA185C79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D8024-3790-8524-33B0-3D263DEDA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Efficiency KPIs &lt;&gt; Analytics</a:t>
            </a:r>
          </a:p>
          <a:p>
            <a:r>
              <a:rPr lang="en-US" dirty="0"/>
              <a:t>Range is too wide</a:t>
            </a:r>
          </a:p>
        </p:txBody>
      </p:sp>
    </p:spTree>
    <p:extLst>
      <p:ext uri="{BB962C8B-B14F-4D97-AF65-F5344CB8AC3E}">
        <p14:creationId xmlns:p14="http://schemas.microsoft.com/office/powerpoint/2010/main" val="130280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lou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621342-69C1-3D90-E2F5-761C4E5FD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106" y="0"/>
            <a:ext cx="9525894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4703" y="2554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A2522F-9A62-01D9-4DD9-AA0D0FAA9B10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4EB26AF-4085-566B-40DB-612F0654CD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75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403184B-EAAC-1E04-6E09-73E9D37659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96947" y="1"/>
            <a:ext cx="7696637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-477" y="1340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D7AD73-7828-8C74-7168-964E0634C440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Logo">
            <a:extLst>
              <a:ext uri="{FF2B5EF4-FFF2-40B4-BE49-F238E27FC236}">
                <a16:creationId xmlns:a16="http://schemas.microsoft.com/office/drawing/2014/main" id="{F9DC907B-1DF1-3F39-187E-3440862EA6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339B43-95E0-4D61-9947-C4B07D23C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B649FA-11FA-9519-663F-C953C5322A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17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A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064B3-BFC2-1DF4-281D-F0E67448FC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436"/>
          <a:stretch>
            <a:fillRect/>
          </a:stretch>
        </p:blipFill>
        <p:spPr>
          <a:xfrm>
            <a:off x="3847841" y="0"/>
            <a:ext cx="8344160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-477" y="1340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CD894-BFEE-22BC-24CC-C06E945C7BB5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Logo">
            <a:extLst>
              <a:ext uri="{FF2B5EF4-FFF2-40B4-BE49-F238E27FC236}">
                <a16:creationId xmlns:a16="http://schemas.microsoft.com/office/drawing/2014/main" id="{10079879-409D-2EB8-60A5-5C9E76C4EA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458526-DC44-F7EE-ED18-86B34453C9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B82E0E-E9D0-7D9F-507E-5430130C34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4100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Grid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F8ECD2-D229-CAAA-58CD-07181C1C8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6" name="Logo">
            <a:extLst>
              <a:ext uri="{FF2B5EF4-FFF2-40B4-BE49-F238E27FC236}">
                <a16:creationId xmlns:a16="http://schemas.microsoft.com/office/drawing/2014/main" id="{5F0DCC2D-1C0E-2359-F1C3-0E54E51E48C9}"/>
              </a:ext>
            </a:extLst>
          </p:cNvPr>
          <p:cNvGrpSpPr/>
          <p:nvPr/>
        </p:nvGrpSpPr>
        <p:grpSpPr>
          <a:xfrm>
            <a:off x="341595" y="348853"/>
            <a:ext cx="1462330" cy="249742"/>
            <a:chOff x="379074" y="6225521"/>
            <a:chExt cx="1461949" cy="249742"/>
          </a:xfrm>
          <a:solidFill>
            <a:schemeClr val="tx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AFA5C72-B2A0-DEE8-F3A3-289DD45CBB29}"/>
                </a:ext>
              </a:extLst>
            </p:cNvPr>
            <p:cNvSpPr/>
            <p:nvPr/>
          </p:nvSpPr>
          <p:spPr>
            <a:xfrm>
              <a:off x="379074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5657A5D-F56B-C68B-BD18-D1C90ED4DB1B}"/>
                </a:ext>
              </a:extLst>
            </p:cNvPr>
            <p:cNvSpPr/>
            <p:nvPr/>
          </p:nvSpPr>
          <p:spPr>
            <a:xfrm>
              <a:off x="588189" y="6294938"/>
              <a:ext cx="166361" cy="180325"/>
            </a:xfrm>
            <a:custGeom>
              <a:avLst/>
              <a:gdLst>
                <a:gd name="csX0" fmla="*/ 83181 w 166361"/>
                <a:gd name="csY0" fmla="*/ 0 h 180325"/>
                <a:gd name="csX1" fmla="*/ 166362 w 166361"/>
                <a:gd name="csY1" fmla="*/ 90163 h 180325"/>
                <a:gd name="csX2" fmla="*/ 83181 w 166361"/>
                <a:gd name="csY2" fmla="*/ 180325 h 180325"/>
                <a:gd name="csX3" fmla="*/ 0 w 166361"/>
                <a:gd name="csY3" fmla="*/ 90163 h 180325"/>
                <a:gd name="csX4" fmla="*/ 83181 w 166361"/>
                <a:gd name="csY4" fmla="*/ 0 h 180325"/>
                <a:gd name="csX5" fmla="*/ 83181 w 166361"/>
                <a:gd name="csY5" fmla="*/ 149074 h 180325"/>
                <a:gd name="csX6" fmla="*/ 131720 w 166361"/>
                <a:gd name="csY6" fmla="*/ 90163 h 180325"/>
                <a:gd name="csX7" fmla="*/ 83181 w 166361"/>
                <a:gd name="csY7" fmla="*/ 31251 h 180325"/>
                <a:gd name="csX8" fmla="*/ 34642 w 166361"/>
                <a:gd name="csY8" fmla="*/ 90163 h 180325"/>
                <a:gd name="csX9" fmla="*/ 83181 w 166361"/>
                <a:gd name="csY9" fmla="*/ 149074 h 180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6361" h="180325">
                  <a:moveTo>
                    <a:pt x="83181" y="0"/>
                  </a:moveTo>
                  <a:cubicBezTo>
                    <a:pt x="135177" y="0"/>
                    <a:pt x="166362" y="34642"/>
                    <a:pt x="166362" y="90163"/>
                  </a:cubicBezTo>
                  <a:cubicBezTo>
                    <a:pt x="166362" y="145683"/>
                    <a:pt x="135177" y="180325"/>
                    <a:pt x="83181" y="180325"/>
                  </a:cubicBezTo>
                  <a:cubicBezTo>
                    <a:pt x="31185" y="180325"/>
                    <a:pt x="0" y="145683"/>
                    <a:pt x="0" y="90163"/>
                  </a:cubicBezTo>
                  <a:cubicBezTo>
                    <a:pt x="0" y="34642"/>
                    <a:pt x="31185" y="0"/>
                    <a:pt x="83181" y="0"/>
                  </a:cubicBezTo>
                  <a:close/>
                  <a:moveTo>
                    <a:pt x="83181" y="149074"/>
                  </a:moveTo>
                  <a:cubicBezTo>
                    <a:pt x="114365" y="149074"/>
                    <a:pt x="131720" y="128262"/>
                    <a:pt x="131720" y="90163"/>
                  </a:cubicBezTo>
                  <a:cubicBezTo>
                    <a:pt x="131720" y="52063"/>
                    <a:pt x="114365" y="31251"/>
                    <a:pt x="83181" y="31251"/>
                  </a:cubicBezTo>
                  <a:cubicBezTo>
                    <a:pt x="51996" y="31251"/>
                    <a:pt x="34642" y="52063"/>
                    <a:pt x="34642" y="90163"/>
                  </a:cubicBezTo>
                  <a:cubicBezTo>
                    <a:pt x="34642" y="128262"/>
                    <a:pt x="51996" y="149074"/>
                    <a:pt x="83181" y="149074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EDF6DCC-DDF7-5F62-D5FC-216E1B21D550}"/>
                </a:ext>
              </a:extLst>
            </p:cNvPr>
            <p:cNvSpPr/>
            <p:nvPr/>
          </p:nvSpPr>
          <p:spPr>
            <a:xfrm>
              <a:off x="1011076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85FCF94-ADF8-F187-75A4-BE65A25B849D}"/>
                </a:ext>
              </a:extLst>
            </p:cNvPr>
            <p:cNvSpPr/>
            <p:nvPr/>
          </p:nvSpPr>
          <p:spPr>
            <a:xfrm>
              <a:off x="1220192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89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89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89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2545F73-DAFB-814E-CA69-880741D87B88}"/>
                </a:ext>
              </a:extLst>
            </p:cNvPr>
            <p:cNvSpPr/>
            <p:nvPr/>
          </p:nvSpPr>
          <p:spPr>
            <a:xfrm>
              <a:off x="1681576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90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90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90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8E56410-8E0A-ACB3-7167-D4DAAEDA6E2D}"/>
                </a:ext>
              </a:extLst>
            </p:cNvPr>
            <p:cNvSpPr/>
            <p:nvPr/>
          </p:nvSpPr>
          <p:spPr>
            <a:xfrm>
              <a:off x="1403176" y="6298396"/>
              <a:ext cx="100535" cy="173343"/>
            </a:xfrm>
            <a:custGeom>
              <a:avLst/>
              <a:gdLst>
                <a:gd name="csX0" fmla="*/ 97078 w 100535"/>
                <a:gd name="csY0" fmla="*/ 0 h 173343"/>
                <a:gd name="csX1" fmla="*/ 83181 w 100535"/>
                <a:gd name="csY1" fmla="*/ 0 h 173343"/>
                <a:gd name="csX2" fmla="*/ 38100 w 100535"/>
                <a:gd name="csY2" fmla="*/ 17354 h 173343"/>
                <a:gd name="csX3" fmla="*/ 34642 w 100535"/>
                <a:gd name="csY3" fmla="*/ 17354 h 173343"/>
                <a:gd name="csX4" fmla="*/ 34642 w 100535"/>
                <a:gd name="csY4" fmla="*/ 3458 h 173343"/>
                <a:gd name="csX5" fmla="*/ 31185 w 100535"/>
                <a:gd name="csY5" fmla="*/ 0 h 173343"/>
                <a:gd name="csX6" fmla="*/ 3458 w 100535"/>
                <a:gd name="csY6" fmla="*/ 0 h 173343"/>
                <a:gd name="csX7" fmla="*/ 0 w 100535"/>
                <a:gd name="csY7" fmla="*/ 3458 h 173343"/>
                <a:gd name="csX8" fmla="*/ 0 w 100535"/>
                <a:gd name="csY8" fmla="*/ 169886 h 173343"/>
                <a:gd name="csX9" fmla="*/ 3458 w 100535"/>
                <a:gd name="csY9" fmla="*/ 173344 h 173343"/>
                <a:gd name="csX10" fmla="*/ 31185 w 100535"/>
                <a:gd name="csY10" fmla="*/ 173344 h 173343"/>
                <a:gd name="csX11" fmla="*/ 34642 w 100535"/>
                <a:gd name="csY11" fmla="*/ 169886 h 173343"/>
                <a:gd name="csX12" fmla="*/ 34642 w 100535"/>
                <a:gd name="csY12" fmla="*/ 83247 h 173343"/>
                <a:gd name="csX13" fmla="*/ 79723 w 100535"/>
                <a:gd name="csY13" fmla="*/ 31251 h 173343"/>
                <a:gd name="csX14" fmla="*/ 97078 w 100535"/>
                <a:gd name="csY14" fmla="*/ 31251 h 173343"/>
                <a:gd name="csX15" fmla="*/ 100535 w 100535"/>
                <a:gd name="csY15" fmla="*/ 27793 h 173343"/>
                <a:gd name="csX16" fmla="*/ 100535 w 100535"/>
                <a:gd name="csY16" fmla="*/ 3524 h 173343"/>
                <a:gd name="csX17" fmla="*/ 97078 w 100535"/>
                <a:gd name="csY17" fmla="*/ 67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0535" h="173343">
                  <a:moveTo>
                    <a:pt x="97078" y="0"/>
                  </a:moveTo>
                  <a:lnTo>
                    <a:pt x="83181" y="0"/>
                  </a:lnTo>
                  <a:cubicBezTo>
                    <a:pt x="58912" y="0"/>
                    <a:pt x="48539" y="6915"/>
                    <a:pt x="38100" y="17354"/>
                  </a:cubicBezTo>
                  <a:lnTo>
                    <a:pt x="34642" y="17354"/>
                  </a:lnTo>
                  <a:lnTo>
                    <a:pt x="34642" y="3458"/>
                  </a:lnTo>
                  <a:lnTo>
                    <a:pt x="31185" y="0"/>
                  </a:lnTo>
                  <a:lnTo>
                    <a:pt x="3458" y="0"/>
                  </a:lnTo>
                  <a:lnTo>
                    <a:pt x="0" y="3458"/>
                  </a:lnTo>
                  <a:lnTo>
                    <a:pt x="0" y="169886"/>
                  </a:lnTo>
                  <a:lnTo>
                    <a:pt x="3458" y="173344"/>
                  </a:lnTo>
                  <a:lnTo>
                    <a:pt x="31185" y="173344"/>
                  </a:lnTo>
                  <a:lnTo>
                    <a:pt x="34642" y="169886"/>
                  </a:lnTo>
                  <a:lnTo>
                    <a:pt x="34642" y="83247"/>
                  </a:lnTo>
                  <a:cubicBezTo>
                    <a:pt x="34642" y="41624"/>
                    <a:pt x="51996" y="31251"/>
                    <a:pt x="79723" y="31251"/>
                  </a:cubicBezTo>
                  <a:lnTo>
                    <a:pt x="97078" y="31251"/>
                  </a:lnTo>
                  <a:lnTo>
                    <a:pt x="100535" y="27793"/>
                  </a:lnTo>
                  <a:lnTo>
                    <a:pt x="100535" y="3524"/>
                  </a:lnTo>
                  <a:lnTo>
                    <a:pt x="97078" y="67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A99D1E7-7203-C857-FDF5-32E0C68AF6A9}"/>
                </a:ext>
              </a:extLst>
            </p:cNvPr>
            <p:cNvSpPr/>
            <p:nvPr/>
          </p:nvSpPr>
          <p:spPr>
            <a:xfrm>
              <a:off x="1517409" y="6298396"/>
              <a:ext cx="155989" cy="173343"/>
            </a:xfrm>
            <a:custGeom>
              <a:avLst/>
              <a:gdLst>
                <a:gd name="csX0" fmla="*/ 97011 w 155989"/>
                <a:gd name="csY0" fmla="*/ 169886 h 173343"/>
                <a:gd name="csX1" fmla="*/ 93554 w 155989"/>
                <a:gd name="csY1" fmla="*/ 173344 h 173343"/>
                <a:gd name="csX2" fmla="*/ 62369 w 155989"/>
                <a:gd name="csY2" fmla="*/ 173344 h 173343"/>
                <a:gd name="csX3" fmla="*/ 58912 w 155989"/>
                <a:gd name="csY3" fmla="*/ 169886 h 173343"/>
                <a:gd name="csX4" fmla="*/ 0 w 155989"/>
                <a:gd name="csY4" fmla="*/ 27727 h 173343"/>
                <a:gd name="csX5" fmla="*/ 0 w 155989"/>
                <a:gd name="csY5" fmla="*/ 3458 h 173343"/>
                <a:gd name="csX6" fmla="*/ 3458 w 155989"/>
                <a:gd name="csY6" fmla="*/ 0 h 173343"/>
                <a:gd name="csX7" fmla="*/ 24269 w 155989"/>
                <a:gd name="csY7" fmla="*/ 0 h 173343"/>
                <a:gd name="csX8" fmla="*/ 27727 w 155989"/>
                <a:gd name="csY8" fmla="*/ 3458 h 173343"/>
                <a:gd name="csX9" fmla="*/ 76266 w 155989"/>
                <a:gd name="csY9" fmla="*/ 124805 h 173343"/>
                <a:gd name="csX10" fmla="*/ 79723 w 155989"/>
                <a:gd name="csY10" fmla="*/ 124805 h 173343"/>
                <a:gd name="csX11" fmla="*/ 128262 w 155989"/>
                <a:gd name="csY11" fmla="*/ 3458 h 173343"/>
                <a:gd name="csX12" fmla="*/ 131720 w 155989"/>
                <a:gd name="csY12" fmla="*/ 0 h 173343"/>
                <a:gd name="csX13" fmla="*/ 152532 w 155989"/>
                <a:gd name="csY13" fmla="*/ 0 h 173343"/>
                <a:gd name="csX14" fmla="*/ 155989 w 155989"/>
                <a:gd name="csY14" fmla="*/ 3458 h 173343"/>
                <a:gd name="csX15" fmla="*/ 155989 w 155989"/>
                <a:gd name="csY15" fmla="*/ 27727 h 173343"/>
                <a:gd name="csX16" fmla="*/ 97078 w 155989"/>
                <a:gd name="csY16" fmla="*/ 169886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989" h="173343">
                  <a:moveTo>
                    <a:pt x="97011" y="169886"/>
                  </a:moveTo>
                  <a:lnTo>
                    <a:pt x="93554" y="173344"/>
                  </a:lnTo>
                  <a:lnTo>
                    <a:pt x="62369" y="173344"/>
                  </a:lnTo>
                  <a:lnTo>
                    <a:pt x="58912" y="169886"/>
                  </a:lnTo>
                  <a:lnTo>
                    <a:pt x="0" y="27727"/>
                  </a:lnTo>
                  <a:lnTo>
                    <a:pt x="0" y="3458"/>
                  </a:lnTo>
                  <a:lnTo>
                    <a:pt x="3458" y="0"/>
                  </a:lnTo>
                  <a:lnTo>
                    <a:pt x="24269" y="0"/>
                  </a:lnTo>
                  <a:lnTo>
                    <a:pt x="27727" y="3458"/>
                  </a:lnTo>
                  <a:lnTo>
                    <a:pt x="76266" y="124805"/>
                  </a:lnTo>
                  <a:lnTo>
                    <a:pt x="79723" y="124805"/>
                  </a:lnTo>
                  <a:lnTo>
                    <a:pt x="128262" y="3458"/>
                  </a:lnTo>
                  <a:lnTo>
                    <a:pt x="131720" y="0"/>
                  </a:lnTo>
                  <a:lnTo>
                    <a:pt x="152532" y="0"/>
                  </a:lnTo>
                  <a:lnTo>
                    <a:pt x="155989" y="3458"/>
                  </a:lnTo>
                  <a:lnTo>
                    <a:pt x="155989" y="27727"/>
                  </a:lnTo>
                  <a:lnTo>
                    <a:pt x="97078" y="16988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9337930-3C22-2305-6379-A667F4D51845}"/>
                </a:ext>
              </a:extLst>
            </p:cNvPr>
            <p:cNvSpPr/>
            <p:nvPr/>
          </p:nvSpPr>
          <p:spPr>
            <a:xfrm>
              <a:off x="878758" y="6260296"/>
              <a:ext cx="123607" cy="211443"/>
            </a:xfrm>
            <a:custGeom>
              <a:avLst/>
              <a:gdLst>
                <a:gd name="csX0" fmla="*/ 85109 w 123607"/>
                <a:gd name="csY0" fmla="*/ 180259 h 211443"/>
                <a:gd name="csX1" fmla="*/ 71212 w 123607"/>
                <a:gd name="csY1" fmla="*/ 166362 h 211443"/>
                <a:gd name="csX2" fmla="*/ 71212 w 123607"/>
                <a:gd name="csY2" fmla="*/ 72742 h 211443"/>
                <a:gd name="csX3" fmla="*/ 74670 w 123607"/>
                <a:gd name="csY3" fmla="*/ 69284 h 211443"/>
                <a:gd name="csX4" fmla="*/ 108847 w 123607"/>
                <a:gd name="csY4" fmla="*/ 69284 h 211443"/>
                <a:gd name="csX5" fmla="*/ 112304 w 123607"/>
                <a:gd name="csY5" fmla="*/ 65827 h 211443"/>
                <a:gd name="csX6" fmla="*/ 123608 w 123607"/>
                <a:gd name="csY6" fmla="*/ 41557 h 211443"/>
                <a:gd name="csX7" fmla="*/ 120150 w 123607"/>
                <a:gd name="csY7" fmla="*/ 38100 h 211443"/>
                <a:gd name="csX8" fmla="*/ 74603 w 123607"/>
                <a:gd name="csY8" fmla="*/ 38100 h 211443"/>
                <a:gd name="csX9" fmla="*/ 71146 w 123607"/>
                <a:gd name="csY9" fmla="*/ 34642 h 211443"/>
                <a:gd name="csX10" fmla="*/ 71146 w 123607"/>
                <a:gd name="csY10" fmla="*/ 3458 h 211443"/>
                <a:gd name="csX11" fmla="*/ 67688 w 123607"/>
                <a:gd name="csY11" fmla="*/ 0 h 211443"/>
                <a:gd name="csX12" fmla="*/ 39961 w 123607"/>
                <a:gd name="csY12" fmla="*/ 0 h 211443"/>
                <a:gd name="csX13" fmla="*/ 36504 w 123607"/>
                <a:gd name="csY13" fmla="*/ 3458 h 211443"/>
                <a:gd name="csX14" fmla="*/ 36504 w 123607"/>
                <a:gd name="csY14" fmla="*/ 34642 h 211443"/>
                <a:gd name="csX15" fmla="*/ 33046 w 123607"/>
                <a:gd name="csY15" fmla="*/ 38100 h 211443"/>
                <a:gd name="csX16" fmla="*/ 14761 w 123607"/>
                <a:gd name="csY16" fmla="*/ 38100 h 211443"/>
                <a:gd name="csX17" fmla="*/ 11304 w 123607"/>
                <a:gd name="csY17" fmla="*/ 41557 h 211443"/>
                <a:gd name="csX18" fmla="*/ 0 w 123607"/>
                <a:gd name="csY18" fmla="*/ 65827 h 211443"/>
                <a:gd name="csX19" fmla="*/ 0 w 123607"/>
                <a:gd name="csY19" fmla="*/ 65827 h 211443"/>
                <a:gd name="csX20" fmla="*/ 0 w 123607"/>
                <a:gd name="csY20" fmla="*/ 65827 h 211443"/>
                <a:gd name="csX21" fmla="*/ 3457 w 123607"/>
                <a:gd name="csY21" fmla="*/ 69284 h 211443"/>
                <a:gd name="csX22" fmla="*/ 33113 w 123607"/>
                <a:gd name="csY22" fmla="*/ 69284 h 211443"/>
                <a:gd name="csX23" fmla="*/ 36570 w 123607"/>
                <a:gd name="csY23" fmla="*/ 72742 h 211443"/>
                <a:gd name="csX24" fmla="*/ 36570 w 123607"/>
                <a:gd name="csY24" fmla="*/ 166362 h 211443"/>
                <a:gd name="csX25" fmla="*/ 85109 w 123607"/>
                <a:gd name="csY25" fmla="*/ 211443 h 211443"/>
                <a:gd name="csX26" fmla="*/ 112836 w 123607"/>
                <a:gd name="csY26" fmla="*/ 211443 h 211443"/>
                <a:gd name="csX27" fmla="*/ 116294 w 123607"/>
                <a:gd name="csY27" fmla="*/ 207986 h 211443"/>
                <a:gd name="csX28" fmla="*/ 116294 w 123607"/>
                <a:gd name="csY28" fmla="*/ 183716 h 211443"/>
                <a:gd name="csX29" fmla="*/ 112836 w 123607"/>
                <a:gd name="csY29" fmla="*/ 180259 h 211443"/>
                <a:gd name="csX30" fmla="*/ 85109 w 123607"/>
                <a:gd name="csY30" fmla="*/ 180259 h 21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23607" h="211443">
                  <a:moveTo>
                    <a:pt x="85109" y="180259"/>
                  </a:moveTo>
                  <a:cubicBezTo>
                    <a:pt x="78194" y="180259"/>
                    <a:pt x="71212" y="176801"/>
                    <a:pt x="71212" y="166362"/>
                  </a:cubicBezTo>
                  <a:lnTo>
                    <a:pt x="71212" y="72742"/>
                  </a:lnTo>
                  <a:lnTo>
                    <a:pt x="74670" y="69284"/>
                  </a:lnTo>
                  <a:lnTo>
                    <a:pt x="108847" y="69284"/>
                  </a:lnTo>
                  <a:lnTo>
                    <a:pt x="112304" y="65827"/>
                  </a:lnTo>
                  <a:lnTo>
                    <a:pt x="123608" y="41557"/>
                  </a:lnTo>
                  <a:lnTo>
                    <a:pt x="120150" y="38100"/>
                  </a:lnTo>
                  <a:lnTo>
                    <a:pt x="74603" y="38100"/>
                  </a:lnTo>
                  <a:lnTo>
                    <a:pt x="71146" y="34642"/>
                  </a:lnTo>
                  <a:lnTo>
                    <a:pt x="71146" y="3458"/>
                  </a:lnTo>
                  <a:lnTo>
                    <a:pt x="67688" y="0"/>
                  </a:lnTo>
                  <a:lnTo>
                    <a:pt x="39961" y="0"/>
                  </a:lnTo>
                  <a:lnTo>
                    <a:pt x="36504" y="3458"/>
                  </a:lnTo>
                  <a:lnTo>
                    <a:pt x="36504" y="34642"/>
                  </a:lnTo>
                  <a:lnTo>
                    <a:pt x="33046" y="38100"/>
                  </a:lnTo>
                  <a:lnTo>
                    <a:pt x="14761" y="38100"/>
                  </a:lnTo>
                  <a:lnTo>
                    <a:pt x="11304" y="41557"/>
                  </a:lnTo>
                  <a:lnTo>
                    <a:pt x="0" y="65827"/>
                  </a:lnTo>
                  <a:lnTo>
                    <a:pt x="0" y="65827"/>
                  </a:lnTo>
                  <a:cubicBezTo>
                    <a:pt x="0" y="65827"/>
                    <a:pt x="0" y="65827"/>
                    <a:pt x="0" y="65827"/>
                  </a:cubicBezTo>
                  <a:lnTo>
                    <a:pt x="3457" y="69284"/>
                  </a:lnTo>
                  <a:lnTo>
                    <a:pt x="33113" y="69284"/>
                  </a:lnTo>
                  <a:lnTo>
                    <a:pt x="36570" y="72742"/>
                  </a:lnTo>
                  <a:lnTo>
                    <a:pt x="36570" y="166362"/>
                  </a:lnTo>
                  <a:cubicBezTo>
                    <a:pt x="36570" y="197546"/>
                    <a:pt x="60840" y="211443"/>
                    <a:pt x="85109" y="211443"/>
                  </a:cubicBezTo>
                  <a:lnTo>
                    <a:pt x="112836" y="211443"/>
                  </a:lnTo>
                  <a:lnTo>
                    <a:pt x="116294" y="207986"/>
                  </a:lnTo>
                  <a:lnTo>
                    <a:pt x="116294" y="183716"/>
                  </a:lnTo>
                  <a:lnTo>
                    <a:pt x="112836" y="180259"/>
                  </a:lnTo>
                  <a:lnTo>
                    <a:pt x="85109" y="180259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514340-5000-671B-6CB1-D11174EF0A86}"/>
                </a:ext>
              </a:extLst>
            </p:cNvPr>
            <p:cNvSpPr/>
            <p:nvPr/>
          </p:nvSpPr>
          <p:spPr>
            <a:xfrm>
              <a:off x="755748" y="6235960"/>
              <a:ext cx="124339" cy="235712"/>
            </a:xfrm>
            <a:custGeom>
              <a:avLst/>
              <a:gdLst>
                <a:gd name="csX0" fmla="*/ 76665 w 124339"/>
                <a:gd name="csY0" fmla="*/ 62436 h 235712"/>
                <a:gd name="csX1" fmla="*/ 73207 w 124339"/>
                <a:gd name="csY1" fmla="*/ 58978 h 235712"/>
                <a:gd name="csX2" fmla="*/ 73207 w 124339"/>
                <a:gd name="csY2" fmla="*/ 45081 h 235712"/>
                <a:gd name="csX3" fmla="*/ 87104 w 124339"/>
                <a:gd name="csY3" fmla="*/ 31185 h 235712"/>
                <a:gd name="csX4" fmla="*/ 109578 w 124339"/>
                <a:gd name="csY4" fmla="*/ 31185 h 235712"/>
                <a:gd name="csX5" fmla="*/ 113036 w 124339"/>
                <a:gd name="csY5" fmla="*/ 27727 h 235712"/>
                <a:gd name="csX6" fmla="*/ 124339 w 124339"/>
                <a:gd name="csY6" fmla="*/ 3458 h 235712"/>
                <a:gd name="csX7" fmla="*/ 120882 w 124339"/>
                <a:gd name="csY7" fmla="*/ 0 h 235712"/>
                <a:gd name="csX8" fmla="*/ 87104 w 124339"/>
                <a:gd name="csY8" fmla="*/ 0 h 235712"/>
                <a:gd name="csX9" fmla="*/ 38565 w 124339"/>
                <a:gd name="csY9" fmla="*/ 45081 h 235712"/>
                <a:gd name="csX10" fmla="*/ 38565 w 124339"/>
                <a:gd name="csY10" fmla="*/ 58978 h 235712"/>
                <a:gd name="csX11" fmla="*/ 35108 w 124339"/>
                <a:gd name="csY11" fmla="*/ 62436 h 235712"/>
                <a:gd name="csX12" fmla="*/ 14828 w 124339"/>
                <a:gd name="csY12" fmla="*/ 62436 h 235712"/>
                <a:gd name="csX13" fmla="*/ 11304 w 124339"/>
                <a:gd name="csY13" fmla="*/ 65893 h 235712"/>
                <a:gd name="csX14" fmla="*/ 0 w 124339"/>
                <a:gd name="csY14" fmla="*/ 90163 h 235712"/>
                <a:gd name="csX15" fmla="*/ 3457 w 124339"/>
                <a:gd name="csY15" fmla="*/ 93620 h 235712"/>
                <a:gd name="csX16" fmla="*/ 35041 w 124339"/>
                <a:gd name="csY16" fmla="*/ 93620 h 235712"/>
                <a:gd name="csX17" fmla="*/ 38499 w 124339"/>
                <a:gd name="csY17" fmla="*/ 97078 h 235712"/>
                <a:gd name="csX18" fmla="*/ 38499 w 124339"/>
                <a:gd name="csY18" fmla="*/ 232255 h 235712"/>
                <a:gd name="csX19" fmla="*/ 41956 w 124339"/>
                <a:gd name="csY19" fmla="*/ 235713 h 235712"/>
                <a:gd name="csX20" fmla="*/ 69683 w 124339"/>
                <a:gd name="csY20" fmla="*/ 235713 h 235712"/>
                <a:gd name="csX21" fmla="*/ 73141 w 124339"/>
                <a:gd name="csY21" fmla="*/ 232255 h 235712"/>
                <a:gd name="csX22" fmla="*/ 73141 w 124339"/>
                <a:gd name="csY22" fmla="*/ 97078 h 235712"/>
                <a:gd name="csX23" fmla="*/ 76598 w 124339"/>
                <a:gd name="csY23" fmla="*/ 93620 h 235712"/>
                <a:gd name="csX24" fmla="*/ 103594 w 124339"/>
                <a:gd name="csY24" fmla="*/ 93620 h 235712"/>
                <a:gd name="csX25" fmla="*/ 107051 w 124339"/>
                <a:gd name="csY25" fmla="*/ 90163 h 235712"/>
                <a:gd name="csX26" fmla="*/ 118355 w 124339"/>
                <a:gd name="csY26" fmla="*/ 65893 h 235712"/>
                <a:gd name="csX27" fmla="*/ 114897 w 124339"/>
                <a:gd name="csY27" fmla="*/ 62436 h 235712"/>
                <a:gd name="csX28" fmla="*/ 76598 w 124339"/>
                <a:gd name="csY28" fmla="*/ 62436 h 23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24339" h="235712">
                  <a:moveTo>
                    <a:pt x="76665" y="62436"/>
                  </a:moveTo>
                  <a:lnTo>
                    <a:pt x="73207" y="58978"/>
                  </a:lnTo>
                  <a:lnTo>
                    <a:pt x="73207" y="45081"/>
                  </a:lnTo>
                  <a:cubicBezTo>
                    <a:pt x="73207" y="34709"/>
                    <a:pt x="80122" y="31185"/>
                    <a:pt x="87104" y="31185"/>
                  </a:cubicBezTo>
                  <a:lnTo>
                    <a:pt x="109578" y="31185"/>
                  </a:lnTo>
                  <a:lnTo>
                    <a:pt x="113036" y="27727"/>
                  </a:lnTo>
                  <a:lnTo>
                    <a:pt x="124339" y="3458"/>
                  </a:lnTo>
                  <a:lnTo>
                    <a:pt x="120882" y="0"/>
                  </a:lnTo>
                  <a:lnTo>
                    <a:pt x="87104" y="0"/>
                  </a:lnTo>
                  <a:cubicBezTo>
                    <a:pt x="62834" y="0"/>
                    <a:pt x="38565" y="13897"/>
                    <a:pt x="38565" y="45081"/>
                  </a:cubicBezTo>
                  <a:lnTo>
                    <a:pt x="38565" y="58978"/>
                  </a:lnTo>
                  <a:lnTo>
                    <a:pt x="35108" y="62436"/>
                  </a:lnTo>
                  <a:lnTo>
                    <a:pt x="14828" y="62436"/>
                  </a:lnTo>
                  <a:lnTo>
                    <a:pt x="11304" y="65893"/>
                  </a:lnTo>
                  <a:lnTo>
                    <a:pt x="0" y="90163"/>
                  </a:lnTo>
                  <a:lnTo>
                    <a:pt x="3457" y="93620"/>
                  </a:lnTo>
                  <a:lnTo>
                    <a:pt x="35041" y="93620"/>
                  </a:lnTo>
                  <a:lnTo>
                    <a:pt x="38499" y="97078"/>
                  </a:lnTo>
                  <a:lnTo>
                    <a:pt x="38499" y="232255"/>
                  </a:lnTo>
                  <a:lnTo>
                    <a:pt x="41956" y="235713"/>
                  </a:lnTo>
                  <a:lnTo>
                    <a:pt x="69683" y="235713"/>
                  </a:lnTo>
                  <a:lnTo>
                    <a:pt x="73141" y="232255"/>
                  </a:lnTo>
                  <a:lnTo>
                    <a:pt x="73141" y="97078"/>
                  </a:lnTo>
                  <a:lnTo>
                    <a:pt x="76598" y="93620"/>
                  </a:lnTo>
                  <a:lnTo>
                    <a:pt x="103594" y="93620"/>
                  </a:lnTo>
                  <a:lnTo>
                    <a:pt x="107051" y="90163"/>
                  </a:lnTo>
                  <a:lnTo>
                    <a:pt x="118355" y="65893"/>
                  </a:lnTo>
                  <a:lnTo>
                    <a:pt x="114897" y="62436"/>
                  </a:lnTo>
                  <a:lnTo>
                    <a:pt x="76598" y="6243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833" y="2992408"/>
            <a:ext cx="4897967" cy="668797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0">
              <a:spcBef>
                <a:spcPts val="0"/>
              </a:spcBef>
              <a:buNone/>
              <a:tabLst/>
              <a:defRPr sz="1200" b="0" i="0" kern="600" cap="all" baseline="0">
                <a:solidFill>
                  <a:schemeClr val="tx1"/>
                </a:solidFill>
                <a:latin typeface="Roboto Mono Medium" pitchFamily="49" charset="0"/>
                <a:ea typeface="Roboto Mono Medium" pitchFamily="49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50E26E5-3E7F-30A8-03AA-B3A62B01F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387" y="1018785"/>
            <a:ext cx="6080413" cy="1585116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0">
              <a:spcBef>
                <a:spcPts val="0"/>
              </a:spcBef>
              <a:buNone/>
              <a:tabLst/>
              <a:defRPr sz="4401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0247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Grid-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F63887B-AE53-B87A-3363-9FEA14EAC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1453" y="0"/>
            <a:ext cx="8390547" cy="6858000"/>
          </a:xfrm>
          <a:prstGeom prst="rect">
            <a:avLst/>
          </a:prstGeom>
        </p:spPr>
      </p:pic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386448F1-C835-3BE6-0D82-C133C07370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339"/>
            <a:ext cx="7696160" cy="357365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E43662-708A-0778-B14B-82BC281435A5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4A75D1-32D6-54C4-2826-79B645B2C09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75892"/>
            <a:ext cx="6026119" cy="1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7D007F-3649-7102-132B-F11FA5A043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65881" y="3306298"/>
            <a:ext cx="6026119" cy="1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3" descr=" ">
            <a:extLst>
              <a:ext uri="{FF2B5EF4-FFF2-40B4-BE49-F238E27FC236}">
                <a16:creationId xmlns:a16="http://schemas.microsoft.com/office/drawing/2014/main" id="{472EA21D-5B17-82D3-02AA-ABFE553363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1017" y="2959123"/>
            <a:ext cx="855181" cy="976805"/>
          </a:xfrm>
          <a:prstGeom prst="rect">
            <a:avLst/>
          </a:prstGeom>
        </p:spPr>
      </p:pic>
      <p:grpSp>
        <p:nvGrpSpPr>
          <p:cNvPr id="36" name="Logo">
            <a:extLst>
              <a:ext uri="{FF2B5EF4-FFF2-40B4-BE49-F238E27FC236}">
                <a16:creationId xmlns:a16="http://schemas.microsoft.com/office/drawing/2014/main" id="{5F0DCC2D-1C0E-2359-F1C3-0E54E51E48C9}"/>
              </a:ext>
            </a:extLst>
          </p:cNvPr>
          <p:cNvGrpSpPr>
            <a:grpSpLocks/>
          </p:cNvGrpSpPr>
          <p:nvPr/>
        </p:nvGrpSpPr>
        <p:grpSpPr>
          <a:xfrm>
            <a:off x="341595" y="6265358"/>
            <a:ext cx="1462330" cy="249742"/>
            <a:chOff x="379074" y="6225521"/>
            <a:chExt cx="1461949" cy="249742"/>
          </a:xfrm>
          <a:solidFill>
            <a:schemeClr val="tx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AFA5C72-B2A0-DEE8-F3A3-289DD45CBB29}"/>
                </a:ext>
              </a:extLst>
            </p:cNvPr>
            <p:cNvSpPr>
              <a:spLocks/>
            </p:cNvSpPr>
            <p:nvPr/>
          </p:nvSpPr>
          <p:spPr>
            <a:xfrm>
              <a:off x="379074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5657A5D-F56B-C68B-BD18-D1C90ED4DB1B}"/>
                </a:ext>
              </a:extLst>
            </p:cNvPr>
            <p:cNvSpPr>
              <a:spLocks/>
            </p:cNvSpPr>
            <p:nvPr/>
          </p:nvSpPr>
          <p:spPr>
            <a:xfrm>
              <a:off x="588189" y="6294938"/>
              <a:ext cx="166361" cy="180325"/>
            </a:xfrm>
            <a:custGeom>
              <a:avLst/>
              <a:gdLst>
                <a:gd name="csX0" fmla="*/ 83181 w 166361"/>
                <a:gd name="csY0" fmla="*/ 0 h 180325"/>
                <a:gd name="csX1" fmla="*/ 166362 w 166361"/>
                <a:gd name="csY1" fmla="*/ 90163 h 180325"/>
                <a:gd name="csX2" fmla="*/ 83181 w 166361"/>
                <a:gd name="csY2" fmla="*/ 180325 h 180325"/>
                <a:gd name="csX3" fmla="*/ 0 w 166361"/>
                <a:gd name="csY3" fmla="*/ 90163 h 180325"/>
                <a:gd name="csX4" fmla="*/ 83181 w 166361"/>
                <a:gd name="csY4" fmla="*/ 0 h 180325"/>
                <a:gd name="csX5" fmla="*/ 83181 w 166361"/>
                <a:gd name="csY5" fmla="*/ 149074 h 180325"/>
                <a:gd name="csX6" fmla="*/ 131720 w 166361"/>
                <a:gd name="csY6" fmla="*/ 90163 h 180325"/>
                <a:gd name="csX7" fmla="*/ 83181 w 166361"/>
                <a:gd name="csY7" fmla="*/ 31251 h 180325"/>
                <a:gd name="csX8" fmla="*/ 34642 w 166361"/>
                <a:gd name="csY8" fmla="*/ 90163 h 180325"/>
                <a:gd name="csX9" fmla="*/ 83181 w 166361"/>
                <a:gd name="csY9" fmla="*/ 149074 h 180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6361" h="180325">
                  <a:moveTo>
                    <a:pt x="83181" y="0"/>
                  </a:moveTo>
                  <a:cubicBezTo>
                    <a:pt x="135177" y="0"/>
                    <a:pt x="166362" y="34642"/>
                    <a:pt x="166362" y="90163"/>
                  </a:cubicBezTo>
                  <a:cubicBezTo>
                    <a:pt x="166362" y="145683"/>
                    <a:pt x="135177" y="180325"/>
                    <a:pt x="83181" y="180325"/>
                  </a:cubicBezTo>
                  <a:cubicBezTo>
                    <a:pt x="31185" y="180325"/>
                    <a:pt x="0" y="145683"/>
                    <a:pt x="0" y="90163"/>
                  </a:cubicBezTo>
                  <a:cubicBezTo>
                    <a:pt x="0" y="34642"/>
                    <a:pt x="31185" y="0"/>
                    <a:pt x="83181" y="0"/>
                  </a:cubicBezTo>
                  <a:close/>
                  <a:moveTo>
                    <a:pt x="83181" y="149074"/>
                  </a:moveTo>
                  <a:cubicBezTo>
                    <a:pt x="114365" y="149074"/>
                    <a:pt x="131720" y="128262"/>
                    <a:pt x="131720" y="90163"/>
                  </a:cubicBezTo>
                  <a:cubicBezTo>
                    <a:pt x="131720" y="52063"/>
                    <a:pt x="114365" y="31251"/>
                    <a:pt x="83181" y="31251"/>
                  </a:cubicBezTo>
                  <a:cubicBezTo>
                    <a:pt x="51996" y="31251"/>
                    <a:pt x="34642" y="52063"/>
                    <a:pt x="34642" y="90163"/>
                  </a:cubicBezTo>
                  <a:cubicBezTo>
                    <a:pt x="34642" y="128262"/>
                    <a:pt x="51996" y="149074"/>
                    <a:pt x="83181" y="149074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EDF6DCC-DDF7-5F62-D5FC-216E1B21D550}"/>
                </a:ext>
              </a:extLst>
            </p:cNvPr>
            <p:cNvSpPr>
              <a:spLocks/>
            </p:cNvSpPr>
            <p:nvPr/>
          </p:nvSpPr>
          <p:spPr>
            <a:xfrm>
              <a:off x="1011076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85FCF94-ADF8-F187-75A4-BE65A25B849D}"/>
                </a:ext>
              </a:extLst>
            </p:cNvPr>
            <p:cNvSpPr>
              <a:spLocks/>
            </p:cNvSpPr>
            <p:nvPr/>
          </p:nvSpPr>
          <p:spPr>
            <a:xfrm>
              <a:off x="1220192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89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89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89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2545F73-DAFB-814E-CA69-880741D87B88}"/>
                </a:ext>
              </a:extLst>
            </p:cNvPr>
            <p:cNvSpPr>
              <a:spLocks/>
            </p:cNvSpPr>
            <p:nvPr/>
          </p:nvSpPr>
          <p:spPr>
            <a:xfrm>
              <a:off x="1681576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90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90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90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8E56410-8E0A-ACB3-7167-D4DAAEDA6E2D}"/>
                </a:ext>
              </a:extLst>
            </p:cNvPr>
            <p:cNvSpPr>
              <a:spLocks/>
            </p:cNvSpPr>
            <p:nvPr/>
          </p:nvSpPr>
          <p:spPr>
            <a:xfrm>
              <a:off x="1403176" y="6298396"/>
              <a:ext cx="100535" cy="173343"/>
            </a:xfrm>
            <a:custGeom>
              <a:avLst/>
              <a:gdLst>
                <a:gd name="csX0" fmla="*/ 97078 w 100535"/>
                <a:gd name="csY0" fmla="*/ 0 h 173343"/>
                <a:gd name="csX1" fmla="*/ 83181 w 100535"/>
                <a:gd name="csY1" fmla="*/ 0 h 173343"/>
                <a:gd name="csX2" fmla="*/ 38100 w 100535"/>
                <a:gd name="csY2" fmla="*/ 17354 h 173343"/>
                <a:gd name="csX3" fmla="*/ 34642 w 100535"/>
                <a:gd name="csY3" fmla="*/ 17354 h 173343"/>
                <a:gd name="csX4" fmla="*/ 34642 w 100535"/>
                <a:gd name="csY4" fmla="*/ 3458 h 173343"/>
                <a:gd name="csX5" fmla="*/ 31185 w 100535"/>
                <a:gd name="csY5" fmla="*/ 0 h 173343"/>
                <a:gd name="csX6" fmla="*/ 3458 w 100535"/>
                <a:gd name="csY6" fmla="*/ 0 h 173343"/>
                <a:gd name="csX7" fmla="*/ 0 w 100535"/>
                <a:gd name="csY7" fmla="*/ 3458 h 173343"/>
                <a:gd name="csX8" fmla="*/ 0 w 100535"/>
                <a:gd name="csY8" fmla="*/ 169886 h 173343"/>
                <a:gd name="csX9" fmla="*/ 3458 w 100535"/>
                <a:gd name="csY9" fmla="*/ 173344 h 173343"/>
                <a:gd name="csX10" fmla="*/ 31185 w 100535"/>
                <a:gd name="csY10" fmla="*/ 173344 h 173343"/>
                <a:gd name="csX11" fmla="*/ 34642 w 100535"/>
                <a:gd name="csY11" fmla="*/ 169886 h 173343"/>
                <a:gd name="csX12" fmla="*/ 34642 w 100535"/>
                <a:gd name="csY12" fmla="*/ 83247 h 173343"/>
                <a:gd name="csX13" fmla="*/ 79723 w 100535"/>
                <a:gd name="csY13" fmla="*/ 31251 h 173343"/>
                <a:gd name="csX14" fmla="*/ 97078 w 100535"/>
                <a:gd name="csY14" fmla="*/ 31251 h 173343"/>
                <a:gd name="csX15" fmla="*/ 100535 w 100535"/>
                <a:gd name="csY15" fmla="*/ 27793 h 173343"/>
                <a:gd name="csX16" fmla="*/ 100535 w 100535"/>
                <a:gd name="csY16" fmla="*/ 3524 h 173343"/>
                <a:gd name="csX17" fmla="*/ 97078 w 100535"/>
                <a:gd name="csY17" fmla="*/ 67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0535" h="173343">
                  <a:moveTo>
                    <a:pt x="97078" y="0"/>
                  </a:moveTo>
                  <a:lnTo>
                    <a:pt x="83181" y="0"/>
                  </a:lnTo>
                  <a:cubicBezTo>
                    <a:pt x="58912" y="0"/>
                    <a:pt x="48539" y="6915"/>
                    <a:pt x="38100" y="17354"/>
                  </a:cubicBezTo>
                  <a:lnTo>
                    <a:pt x="34642" y="17354"/>
                  </a:lnTo>
                  <a:lnTo>
                    <a:pt x="34642" y="3458"/>
                  </a:lnTo>
                  <a:lnTo>
                    <a:pt x="31185" y="0"/>
                  </a:lnTo>
                  <a:lnTo>
                    <a:pt x="3458" y="0"/>
                  </a:lnTo>
                  <a:lnTo>
                    <a:pt x="0" y="3458"/>
                  </a:lnTo>
                  <a:lnTo>
                    <a:pt x="0" y="169886"/>
                  </a:lnTo>
                  <a:lnTo>
                    <a:pt x="3458" y="173344"/>
                  </a:lnTo>
                  <a:lnTo>
                    <a:pt x="31185" y="173344"/>
                  </a:lnTo>
                  <a:lnTo>
                    <a:pt x="34642" y="169886"/>
                  </a:lnTo>
                  <a:lnTo>
                    <a:pt x="34642" y="83247"/>
                  </a:lnTo>
                  <a:cubicBezTo>
                    <a:pt x="34642" y="41624"/>
                    <a:pt x="51996" y="31251"/>
                    <a:pt x="79723" y="31251"/>
                  </a:cubicBezTo>
                  <a:lnTo>
                    <a:pt x="97078" y="31251"/>
                  </a:lnTo>
                  <a:lnTo>
                    <a:pt x="100535" y="27793"/>
                  </a:lnTo>
                  <a:lnTo>
                    <a:pt x="100535" y="3524"/>
                  </a:lnTo>
                  <a:lnTo>
                    <a:pt x="97078" y="67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A99D1E7-7203-C857-FDF5-32E0C68AF6A9}"/>
                </a:ext>
              </a:extLst>
            </p:cNvPr>
            <p:cNvSpPr>
              <a:spLocks/>
            </p:cNvSpPr>
            <p:nvPr/>
          </p:nvSpPr>
          <p:spPr>
            <a:xfrm>
              <a:off x="1517409" y="6298396"/>
              <a:ext cx="155989" cy="173343"/>
            </a:xfrm>
            <a:custGeom>
              <a:avLst/>
              <a:gdLst>
                <a:gd name="csX0" fmla="*/ 97011 w 155989"/>
                <a:gd name="csY0" fmla="*/ 169886 h 173343"/>
                <a:gd name="csX1" fmla="*/ 93554 w 155989"/>
                <a:gd name="csY1" fmla="*/ 173344 h 173343"/>
                <a:gd name="csX2" fmla="*/ 62369 w 155989"/>
                <a:gd name="csY2" fmla="*/ 173344 h 173343"/>
                <a:gd name="csX3" fmla="*/ 58912 w 155989"/>
                <a:gd name="csY3" fmla="*/ 169886 h 173343"/>
                <a:gd name="csX4" fmla="*/ 0 w 155989"/>
                <a:gd name="csY4" fmla="*/ 27727 h 173343"/>
                <a:gd name="csX5" fmla="*/ 0 w 155989"/>
                <a:gd name="csY5" fmla="*/ 3458 h 173343"/>
                <a:gd name="csX6" fmla="*/ 3458 w 155989"/>
                <a:gd name="csY6" fmla="*/ 0 h 173343"/>
                <a:gd name="csX7" fmla="*/ 24269 w 155989"/>
                <a:gd name="csY7" fmla="*/ 0 h 173343"/>
                <a:gd name="csX8" fmla="*/ 27727 w 155989"/>
                <a:gd name="csY8" fmla="*/ 3458 h 173343"/>
                <a:gd name="csX9" fmla="*/ 76266 w 155989"/>
                <a:gd name="csY9" fmla="*/ 124805 h 173343"/>
                <a:gd name="csX10" fmla="*/ 79723 w 155989"/>
                <a:gd name="csY10" fmla="*/ 124805 h 173343"/>
                <a:gd name="csX11" fmla="*/ 128262 w 155989"/>
                <a:gd name="csY11" fmla="*/ 3458 h 173343"/>
                <a:gd name="csX12" fmla="*/ 131720 w 155989"/>
                <a:gd name="csY12" fmla="*/ 0 h 173343"/>
                <a:gd name="csX13" fmla="*/ 152532 w 155989"/>
                <a:gd name="csY13" fmla="*/ 0 h 173343"/>
                <a:gd name="csX14" fmla="*/ 155989 w 155989"/>
                <a:gd name="csY14" fmla="*/ 3458 h 173343"/>
                <a:gd name="csX15" fmla="*/ 155989 w 155989"/>
                <a:gd name="csY15" fmla="*/ 27727 h 173343"/>
                <a:gd name="csX16" fmla="*/ 97078 w 155989"/>
                <a:gd name="csY16" fmla="*/ 169886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989" h="173343">
                  <a:moveTo>
                    <a:pt x="97011" y="169886"/>
                  </a:moveTo>
                  <a:lnTo>
                    <a:pt x="93554" y="173344"/>
                  </a:lnTo>
                  <a:lnTo>
                    <a:pt x="62369" y="173344"/>
                  </a:lnTo>
                  <a:lnTo>
                    <a:pt x="58912" y="169886"/>
                  </a:lnTo>
                  <a:lnTo>
                    <a:pt x="0" y="27727"/>
                  </a:lnTo>
                  <a:lnTo>
                    <a:pt x="0" y="3458"/>
                  </a:lnTo>
                  <a:lnTo>
                    <a:pt x="3458" y="0"/>
                  </a:lnTo>
                  <a:lnTo>
                    <a:pt x="24269" y="0"/>
                  </a:lnTo>
                  <a:lnTo>
                    <a:pt x="27727" y="3458"/>
                  </a:lnTo>
                  <a:lnTo>
                    <a:pt x="76266" y="124805"/>
                  </a:lnTo>
                  <a:lnTo>
                    <a:pt x="79723" y="124805"/>
                  </a:lnTo>
                  <a:lnTo>
                    <a:pt x="128262" y="3458"/>
                  </a:lnTo>
                  <a:lnTo>
                    <a:pt x="131720" y="0"/>
                  </a:lnTo>
                  <a:lnTo>
                    <a:pt x="152532" y="0"/>
                  </a:lnTo>
                  <a:lnTo>
                    <a:pt x="155989" y="3458"/>
                  </a:lnTo>
                  <a:lnTo>
                    <a:pt x="155989" y="27727"/>
                  </a:lnTo>
                  <a:lnTo>
                    <a:pt x="97078" y="16988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9337930-3C22-2305-6379-A667F4D51845}"/>
                </a:ext>
              </a:extLst>
            </p:cNvPr>
            <p:cNvSpPr>
              <a:spLocks/>
            </p:cNvSpPr>
            <p:nvPr/>
          </p:nvSpPr>
          <p:spPr>
            <a:xfrm>
              <a:off x="878758" y="6260296"/>
              <a:ext cx="123607" cy="211443"/>
            </a:xfrm>
            <a:custGeom>
              <a:avLst/>
              <a:gdLst>
                <a:gd name="csX0" fmla="*/ 85109 w 123607"/>
                <a:gd name="csY0" fmla="*/ 180259 h 211443"/>
                <a:gd name="csX1" fmla="*/ 71212 w 123607"/>
                <a:gd name="csY1" fmla="*/ 166362 h 211443"/>
                <a:gd name="csX2" fmla="*/ 71212 w 123607"/>
                <a:gd name="csY2" fmla="*/ 72742 h 211443"/>
                <a:gd name="csX3" fmla="*/ 74670 w 123607"/>
                <a:gd name="csY3" fmla="*/ 69284 h 211443"/>
                <a:gd name="csX4" fmla="*/ 108847 w 123607"/>
                <a:gd name="csY4" fmla="*/ 69284 h 211443"/>
                <a:gd name="csX5" fmla="*/ 112304 w 123607"/>
                <a:gd name="csY5" fmla="*/ 65827 h 211443"/>
                <a:gd name="csX6" fmla="*/ 123608 w 123607"/>
                <a:gd name="csY6" fmla="*/ 41557 h 211443"/>
                <a:gd name="csX7" fmla="*/ 120150 w 123607"/>
                <a:gd name="csY7" fmla="*/ 38100 h 211443"/>
                <a:gd name="csX8" fmla="*/ 74603 w 123607"/>
                <a:gd name="csY8" fmla="*/ 38100 h 211443"/>
                <a:gd name="csX9" fmla="*/ 71146 w 123607"/>
                <a:gd name="csY9" fmla="*/ 34642 h 211443"/>
                <a:gd name="csX10" fmla="*/ 71146 w 123607"/>
                <a:gd name="csY10" fmla="*/ 3458 h 211443"/>
                <a:gd name="csX11" fmla="*/ 67688 w 123607"/>
                <a:gd name="csY11" fmla="*/ 0 h 211443"/>
                <a:gd name="csX12" fmla="*/ 39961 w 123607"/>
                <a:gd name="csY12" fmla="*/ 0 h 211443"/>
                <a:gd name="csX13" fmla="*/ 36504 w 123607"/>
                <a:gd name="csY13" fmla="*/ 3458 h 211443"/>
                <a:gd name="csX14" fmla="*/ 36504 w 123607"/>
                <a:gd name="csY14" fmla="*/ 34642 h 211443"/>
                <a:gd name="csX15" fmla="*/ 33046 w 123607"/>
                <a:gd name="csY15" fmla="*/ 38100 h 211443"/>
                <a:gd name="csX16" fmla="*/ 14761 w 123607"/>
                <a:gd name="csY16" fmla="*/ 38100 h 211443"/>
                <a:gd name="csX17" fmla="*/ 11304 w 123607"/>
                <a:gd name="csY17" fmla="*/ 41557 h 211443"/>
                <a:gd name="csX18" fmla="*/ 0 w 123607"/>
                <a:gd name="csY18" fmla="*/ 65827 h 211443"/>
                <a:gd name="csX19" fmla="*/ 0 w 123607"/>
                <a:gd name="csY19" fmla="*/ 65827 h 211443"/>
                <a:gd name="csX20" fmla="*/ 0 w 123607"/>
                <a:gd name="csY20" fmla="*/ 65827 h 211443"/>
                <a:gd name="csX21" fmla="*/ 3457 w 123607"/>
                <a:gd name="csY21" fmla="*/ 69284 h 211443"/>
                <a:gd name="csX22" fmla="*/ 33113 w 123607"/>
                <a:gd name="csY22" fmla="*/ 69284 h 211443"/>
                <a:gd name="csX23" fmla="*/ 36570 w 123607"/>
                <a:gd name="csY23" fmla="*/ 72742 h 211443"/>
                <a:gd name="csX24" fmla="*/ 36570 w 123607"/>
                <a:gd name="csY24" fmla="*/ 166362 h 211443"/>
                <a:gd name="csX25" fmla="*/ 85109 w 123607"/>
                <a:gd name="csY25" fmla="*/ 211443 h 211443"/>
                <a:gd name="csX26" fmla="*/ 112836 w 123607"/>
                <a:gd name="csY26" fmla="*/ 211443 h 211443"/>
                <a:gd name="csX27" fmla="*/ 116294 w 123607"/>
                <a:gd name="csY27" fmla="*/ 207986 h 211443"/>
                <a:gd name="csX28" fmla="*/ 116294 w 123607"/>
                <a:gd name="csY28" fmla="*/ 183716 h 211443"/>
                <a:gd name="csX29" fmla="*/ 112836 w 123607"/>
                <a:gd name="csY29" fmla="*/ 180259 h 211443"/>
                <a:gd name="csX30" fmla="*/ 85109 w 123607"/>
                <a:gd name="csY30" fmla="*/ 180259 h 21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23607" h="211443">
                  <a:moveTo>
                    <a:pt x="85109" y="180259"/>
                  </a:moveTo>
                  <a:cubicBezTo>
                    <a:pt x="78194" y="180259"/>
                    <a:pt x="71212" y="176801"/>
                    <a:pt x="71212" y="166362"/>
                  </a:cubicBezTo>
                  <a:lnTo>
                    <a:pt x="71212" y="72742"/>
                  </a:lnTo>
                  <a:lnTo>
                    <a:pt x="74670" y="69284"/>
                  </a:lnTo>
                  <a:lnTo>
                    <a:pt x="108847" y="69284"/>
                  </a:lnTo>
                  <a:lnTo>
                    <a:pt x="112304" y="65827"/>
                  </a:lnTo>
                  <a:lnTo>
                    <a:pt x="123608" y="41557"/>
                  </a:lnTo>
                  <a:lnTo>
                    <a:pt x="120150" y="38100"/>
                  </a:lnTo>
                  <a:lnTo>
                    <a:pt x="74603" y="38100"/>
                  </a:lnTo>
                  <a:lnTo>
                    <a:pt x="71146" y="34642"/>
                  </a:lnTo>
                  <a:lnTo>
                    <a:pt x="71146" y="3458"/>
                  </a:lnTo>
                  <a:lnTo>
                    <a:pt x="67688" y="0"/>
                  </a:lnTo>
                  <a:lnTo>
                    <a:pt x="39961" y="0"/>
                  </a:lnTo>
                  <a:lnTo>
                    <a:pt x="36504" y="3458"/>
                  </a:lnTo>
                  <a:lnTo>
                    <a:pt x="36504" y="34642"/>
                  </a:lnTo>
                  <a:lnTo>
                    <a:pt x="33046" y="38100"/>
                  </a:lnTo>
                  <a:lnTo>
                    <a:pt x="14761" y="38100"/>
                  </a:lnTo>
                  <a:lnTo>
                    <a:pt x="11304" y="41557"/>
                  </a:lnTo>
                  <a:lnTo>
                    <a:pt x="0" y="65827"/>
                  </a:lnTo>
                  <a:lnTo>
                    <a:pt x="0" y="65827"/>
                  </a:lnTo>
                  <a:cubicBezTo>
                    <a:pt x="0" y="65827"/>
                    <a:pt x="0" y="65827"/>
                    <a:pt x="0" y="65827"/>
                  </a:cubicBezTo>
                  <a:lnTo>
                    <a:pt x="3457" y="69284"/>
                  </a:lnTo>
                  <a:lnTo>
                    <a:pt x="33113" y="69284"/>
                  </a:lnTo>
                  <a:lnTo>
                    <a:pt x="36570" y="72742"/>
                  </a:lnTo>
                  <a:lnTo>
                    <a:pt x="36570" y="166362"/>
                  </a:lnTo>
                  <a:cubicBezTo>
                    <a:pt x="36570" y="197546"/>
                    <a:pt x="60840" y="211443"/>
                    <a:pt x="85109" y="211443"/>
                  </a:cubicBezTo>
                  <a:lnTo>
                    <a:pt x="112836" y="211443"/>
                  </a:lnTo>
                  <a:lnTo>
                    <a:pt x="116294" y="207986"/>
                  </a:lnTo>
                  <a:lnTo>
                    <a:pt x="116294" y="183716"/>
                  </a:lnTo>
                  <a:lnTo>
                    <a:pt x="112836" y="180259"/>
                  </a:lnTo>
                  <a:lnTo>
                    <a:pt x="85109" y="180259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514340-5000-671B-6CB1-D11174EF0A86}"/>
                </a:ext>
              </a:extLst>
            </p:cNvPr>
            <p:cNvSpPr>
              <a:spLocks/>
            </p:cNvSpPr>
            <p:nvPr/>
          </p:nvSpPr>
          <p:spPr>
            <a:xfrm>
              <a:off x="755748" y="6235960"/>
              <a:ext cx="124339" cy="235712"/>
            </a:xfrm>
            <a:custGeom>
              <a:avLst/>
              <a:gdLst>
                <a:gd name="csX0" fmla="*/ 76665 w 124339"/>
                <a:gd name="csY0" fmla="*/ 62436 h 235712"/>
                <a:gd name="csX1" fmla="*/ 73207 w 124339"/>
                <a:gd name="csY1" fmla="*/ 58978 h 235712"/>
                <a:gd name="csX2" fmla="*/ 73207 w 124339"/>
                <a:gd name="csY2" fmla="*/ 45081 h 235712"/>
                <a:gd name="csX3" fmla="*/ 87104 w 124339"/>
                <a:gd name="csY3" fmla="*/ 31185 h 235712"/>
                <a:gd name="csX4" fmla="*/ 109578 w 124339"/>
                <a:gd name="csY4" fmla="*/ 31185 h 235712"/>
                <a:gd name="csX5" fmla="*/ 113036 w 124339"/>
                <a:gd name="csY5" fmla="*/ 27727 h 235712"/>
                <a:gd name="csX6" fmla="*/ 124339 w 124339"/>
                <a:gd name="csY6" fmla="*/ 3458 h 235712"/>
                <a:gd name="csX7" fmla="*/ 120882 w 124339"/>
                <a:gd name="csY7" fmla="*/ 0 h 235712"/>
                <a:gd name="csX8" fmla="*/ 87104 w 124339"/>
                <a:gd name="csY8" fmla="*/ 0 h 235712"/>
                <a:gd name="csX9" fmla="*/ 38565 w 124339"/>
                <a:gd name="csY9" fmla="*/ 45081 h 235712"/>
                <a:gd name="csX10" fmla="*/ 38565 w 124339"/>
                <a:gd name="csY10" fmla="*/ 58978 h 235712"/>
                <a:gd name="csX11" fmla="*/ 35108 w 124339"/>
                <a:gd name="csY11" fmla="*/ 62436 h 235712"/>
                <a:gd name="csX12" fmla="*/ 14828 w 124339"/>
                <a:gd name="csY12" fmla="*/ 62436 h 235712"/>
                <a:gd name="csX13" fmla="*/ 11304 w 124339"/>
                <a:gd name="csY13" fmla="*/ 65893 h 235712"/>
                <a:gd name="csX14" fmla="*/ 0 w 124339"/>
                <a:gd name="csY14" fmla="*/ 90163 h 235712"/>
                <a:gd name="csX15" fmla="*/ 3457 w 124339"/>
                <a:gd name="csY15" fmla="*/ 93620 h 235712"/>
                <a:gd name="csX16" fmla="*/ 35041 w 124339"/>
                <a:gd name="csY16" fmla="*/ 93620 h 235712"/>
                <a:gd name="csX17" fmla="*/ 38499 w 124339"/>
                <a:gd name="csY17" fmla="*/ 97078 h 235712"/>
                <a:gd name="csX18" fmla="*/ 38499 w 124339"/>
                <a:gd name="csY18" fmla="*/ 232255 h 235712"/>
                <a:gd name="csX19" fmla="*/ 41956 w 124339"/>
                <a:gd name="csY19" fmla="*/ 235713 h 235712"/>
                <a:gd name="csX20" fmla="*/ 69683 w 124339"/>
                <a:gd name="csY20" fmla="*/ 235713 h 235712"/>
                <a:gd name="csX21" fmla="*/ 73141 w 124339"/>
                <a:gd name="csY21" fmla="*/ 232255 h 235712"/>
                <a:gd name="csX22" fmla="*/ 73141 w 124339"/>
                <a:gd name="csY22" fmla="*/ 97078 h 235712"/>
                <a:gd name="csX23" fmla="*/ 76598 w 124339"/>
                <a:gd name="csY23" fmla="*/ 93620 h 235712"/>
                <a:gd name="csX24" fmla="*/ 103594 w 124339"/>
                <a:gd name="csY24" fmla="*/ 93620 h 235712"/>
                <a:gd name="csX25" fmla="*/ 107051 w 124339"/>
                <a:gd name="csY25" fmla="*/ 90163 h 235712"/>
                <a:gd name="csX26" fmla="*/ 118355 w 124339"/>
                <a:gd name="csY26" fmla="*/ 65893 h 235712"/>
                <a:gd name="csX27" fmla="*/ 114897 w 124339"/>
                <a:gd name="csY27" fmla="*/ 62436 h 235712"/>
                <a:gd name="csX28" fmla="*/ 76598 w 124339"/>
                <a:gd name="csY28" fmla="*/ 62436 h 23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24339" h="235712">
                  <a:moveTo>
                    <a:pt x="76665" y="62436"/>
                  </a:moveTo>
                  <a:lnTo>
                    <a:pt x="73207" y="58978"/>
                  </a:lnTo>
                  <a:lnTo>
                    <a:pt x="73207" y="45081"/>
                  </a:lnTo>
                  <a:cubicBezTo>
                    <a:pt x="73207" y="34709"/>
                    <a:pt x="80122" y="31185"/>
                    <a:pt x="87104" y="31185"/>
                  </a:cubicBezTo>
                  <a:lnTo>
                    <a:pt x="109578" y="31185"/>
                  </a:lnTo>
                  <a:lnTo>
                    <a:pt x="113036" y="27727"/>
                  </a:lnTo>
                  <a:lnTo>
                    <a:pt x="124339" y="3458"/>
                  </a:lnTo>
                  <a:lnTo>
                    <a:pt x="120882" y="0"/>
                  </a:lnTo>
                  <a:lnTo>
                    <a:pt x="87104" y="0"/>
                  </a:lnTo>
                  <a:cubicBezTo>
                    <a:pt x="62834" y="0"/>
                    <a:pt x="38565" y="13897"/>
                    <a:pt x="38565" y="45081"/>
                  </a:cubicBezTo>
                  <a:lnTo>
                    <a:pt x="38565" y="58978"/>
                  </a:lnTo>
                  <a:lnTo>
                    <a:pt x="35108" y="62436"/>
                  </a:lnTo>
                  <a:lnTo>
                    <a:pt x="14828" y="62436"/>
                  </a:lnTo>
                  <a:lnTo>
                    <a:pt x="11304" y="65893"/>
                  </a:lnTo>
                  <a:lnTo>
                    <a:pt x="0" y="90163"/>
                  </a:lnTo>
                  <a:lnTo>
                    <a:pt x="3457" y="93620"/>
                  </a:lnTo>
                  <a:lnTo>
                    <a:pt x="35041" y="93620"/>
                  </a:lnTo>
                  <a:lnTo>
                    <a:pt x="38499" y="97078"/>
                  </a:lnTo>
                  <a:lnTo>
                    <a:pt x="38499" y="232255"/>
                  </a:lnTo>
                  <a:lnTo>
                    <a:pt x="41956" y="235713"/>
                  </a:lnTo>
                  <a:lnTo>
                    <a:pt x="69683" y="235713"/>
                  </a:lnTo>
                  <a:lnTo>
                    <a:pt x="73141" y="232255"/>
                  </a:lnTo>
                  <a:lnTo>
                    <a:pt x="73141" y="97078"/>
                  </a:lnTo>
                  <a:lnTo>
                    <a:pt x="76598" y="93620"/>
                  </a:lnTo>
                  <a:lnTo>
                    <a:pt x="103594" y="93620"/>
                  </a:lnTo>
                  <a:lnTo>
                    <a:pt x="107051" y="90163"/>
                  </a:lnTo>
                  <a:lnTo>
                    <a:pt x="118355" y="65893"/>
                  </a:lnTo>
                  <a:lnTo>
                    <a:pt x="114897" y="62436"/>
                  </a:lnTo>
                  <a:lnTo>
                    <a:pt x="76598" y="6243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186" y="2545857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4185" y="318715"/>
            <a:ext cx="6231731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5451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view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B4C76C-CB49-CD76-12BF-C0DC5206CE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900" y="4190929"/>
            <a:ext cx="3593449" cy="3444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2BA06F-9F54-8833-753F-4D1E45AB9E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05" y="2207439"/>
            <a:ext cx="8810366" cy="1454581"/>
          </a:xfrm>
        </p:spPr>
        <p:txBody>
          <a:bodyPr anchor="t">
            <a:noAutofit/>
          </a:bodyPr>
          <a:lstStyle>
            <a:lvl1pPr>
              <a:defRPr sz="4401" baseline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E14B747-3314-EACA-66FF-669715D49D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4344F632-8799-97A8-5617-7CBF2CF4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6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s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8E35D6-E14A-9560-CCC0-563E1FCF50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3924D5-653A-CB10-F47D-D36D309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7ADEA46E-BC7C-BB01-7D1B-E9235086BE6A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D695D8DB-9DDE-09C1-A7A0-26BBC5CDD2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747FE-883D-F21C-C07B-9DC13101ECA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08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white-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8E35D6-E14A-9560-CCC0-563E1FCF50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3924D5-653A-CB10-F47D-D36D309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7ADEA46E-BC7C-BB01-7D1B-E9235086BE6A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D695D8DB-9DDE-09C1-A7A0-26BBC5CDD2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747FE-883D-F21C-C07B-9DC13101ECA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E36A46E-6233-D6EC-83BF-F5A8F747A1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7445" y="5349082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DDC21F9-7AC6-11AA-C3B0-4F7C84F51B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57445" y="4414586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BFAC08F-FC48-296C-56B6-73EE56F76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7445" y="3469525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9A3ED5-E3EE-F9F1-1C6D-8845D19AE8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7445" y="2555642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EC61E1E-DCCC-EC62-B336-5CA3A3122A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75549" y="5348761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A7719C4-E7C2-39DB-ED94-5104007FF9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5549" y="4413181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F68C09B-29D3-6538-BABF-A4B397E29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5549" y="3468636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C7B6FA3-7882-E5D6-035B-F47EBF6DDD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549" y="2552069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1C060E-E24A-41A1-D532-0F5541AD6593}"/>
              </a:ext>
            </a:extLst>
          </p:cNvPr>
          <p:cNvCxnSpPr>
            <a:cxnSpLocks/>
          </p:cNvCxnSpPr>
          <p:nvPr userDrawn="1"/>
        </p:nvCxnSpPr>
        <p:spPr>
          <a:xfrm>
            <a:off x="6176909" y="5323902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B4EBB2-B190-F854-0985-7C73A287B4A2}"/>
              </a:ext>
            </a:extLst>
          </p:cNvPr>
          <p:cNvCxnSpPr>
            <a:cxnSpLocks/>
          </p:cNvCxnSpPr>
          <p:nvPr userDrawn="1"/>
        </p:nvCxnSpPr>
        <p:spPr>
          <a:xfrm>
            <a:off x="6176909" y="4383650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565EE5-87CD-2DB6-420C-0EC3A9667514}"/>
              </a:ext>
            </a:extLst>
          </p:cNvPr>
          <p:cNvCxnSpPr>
            <a:cxnSpLocks/>
          </p:cNvCxnSpPr>
          <p:nvPr userDrawn="1"/>
        </p:nvCxnSpPr>
        <p:spPr>
          <a:xfrm>
            <a:off x="6176909" y="3453347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1FAF52-622A-4050-3888-EE5413B632FD}"/>
              </a:ext>
            </a:extLst>
          </p:cNvPr>
          <p:cNvCxnSpPr>
            <a:cxnSpLocks/>
          </p:cNvCxnSpPr>
          <p:nvPr userDrawn="1"/>
        </p:nvCxnSpPr>
        <p:spPr>
          <a:xfrm>
            <a:off x="6176909" y="2530996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Light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3F60F6-1C51-B206-8B0E-BC849D78B7F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22B0A8-787E-F5CE-8D26-12DA131413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6B4FEDD-32AD-8E5A-7EEF-F910515E3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2F2741B4-D1FC-5D85-F394-D5AD94C65746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7C46CA14-557D-93B4-468F-5927CE9DF4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52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Dark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36ADB52-FD9F-BFF4-C7D2-47DDFBF6EA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3AB68ED-8EC5-C72C-5BA5-DD7D20D66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4B18A1B3-1B53-50E8-2DAE-A1F9C6775876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7235D5B3-80A9-B6C7-0006-B97CC7F8F7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77E852-9ABC-B8B0-9913-2F11A337A2B4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51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4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765D821-EC60-B6C3-F946-559299C8A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53AF02-DE45-618F-D774-6E2D9F5CA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BF0AD57-168B-E383-7879-0DBE274608B5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98DCDDC7-DC0D-CFD6-0C01-DEB1BBC32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BFD46-E852-3573-9121-B3CB284A6A6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344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Black-placehold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4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765D821-EC60-B6C3-F946-559299C8A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53AF02-DE45-618F-D774-6E2D9F5CA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BF0AD57-168B-E383-7879-0DBE274608B5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98DCDDC7-DC0D-CFD6-0C01-DEB1BBC32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BFD46-E852-3573-9121-B3CB284A6A6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15AA4FA-2C9D-0A57-1A92-B3EB663F28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53044" y="5320447"/>
            <a:ext cx="1684748" cy="642274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92A8B927-D35C-B561-5596-8BAD2E88F3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53044" y="4385951"/>
            <a:ext cx="1547523" cy="58260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58A2EC8-10AC-9058-B024-6F4CCEDF0B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53044" y="3440890"/>
            <a:ext cx="1547523" cy="587423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FDD9DB69-0D65-CB99-46F8-1AA7DB6D08B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53044" y="2527007"/>
            <a:ext cx="1547523" cy="59933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44F741-03DB-4623-FE3D-DB87774D1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71149" y="532012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D508C6-21EF-2096-E061-632F2A7354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71149" y="438454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63E951B-DB13-2BE9-53A8-47D93D3D19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1149" y="3440001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C8AF3E-41E2-C906-3C51-7EB8D70EBFE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1149" y="2523434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68B4F3-9404-FDAB-A5E5-C6D202C3DDFB}"/>
              </a:ext>
            </a:extLst>
          </p:cNvPr>
          <p:cNvCxnSpPr>
            <a:cxnSpLocks/>
          </p:cNvCxnSpPr>
          <p:nvPr userDrawn="1"/>
        </p:nvCxnSpPr>
        <p:spPr>
          <a:xfrm>
            <a:off x="9072509" y="5295267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5E8AD3-3E7D-96AD-F46F-8276223E0126}"/>
              </a:ext>
            </a:extLst>
          </p:cNvPr>
          <p:cNvCxnSpPr>
            <a:cxnSpLocks/>
          </p:cNvCxnSpPr>
          <p:nvPr userDrawn="1"/>
        </p:nvCxnSpPr>
        <p:spPr>
          <a:xfrm>
            <a:off x="9072509" y="4355015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2D9C8A-A97D-9137-2B6C-5FC0304683AF}"/>
              </a:ext>
            </a:extLst>
          </p:cNvPr>
          <p:cNvCxnSpPr>
            <a:cxnSpLocks/>
          </p:cNvCxnSpPr>
          <p:nvPr userDrawn="1"/>
        </p:nvCxnSpPr>
        <p:spPr>
          <a:xfrm>
            <a:off x="9072509" y="3424712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6E8A4F-9023-0CBC-925C-2C44695EDD67}"/>
              </a:ext>
            </a:extLst>
          </p:cNvPr>
          <p:cNvCxnSpPr>
            <a:cxnSpLocks/>
          </p:cNvCxnSpPr>
          <p:nvPr userDrawn="1"/>
        </p:nvCxnSpPr>
        <p:spPr>
          <a:xfrm>
            <a:off x="9072509" y="2502361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08C3A28-9106-FFAF-A359-6D68D27572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7444" y="5320447"/>
            <a:ext cx="1684748" cy="642274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C36210E-7D41-1284-8C5B-7BE1835B1D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57444" y="4385951"/>
            <a:ext cx="1547523" cy="58260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4EF55E4-F6EE-A875-DBBF-53E959BEDF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7444" y="3440890"/>
            <a:ext cx="1547523" cy="587423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9AFBEF47-FF1A-177D-7652-4F61ED6265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7444" y="2527007"/>
            <a:ext cx="1547523" cy="59933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681AFE31-9AB8-BA61-806D-78C6DB233E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75549" y="532012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999D0A76-B2C7-39D0-885A-7195A768C4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5549" y="438454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B865810-B7D0-7E47-160E-5F5FD3491E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5549" y="3440001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B9A8CCC-736A-5E58-4FFA-C6D2664DDF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549" y="2523434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4D766-547B-C4FD-71B4-E114BE51E93D}"/>
              </a:ext>
            </a:extLst>
          </p:cNvPr>
          <p:cNvCxnSpPr>
            <a:cxnSpLocks/>
          </p:cNvCxnSpPr>
          <p:nvPr userDrawn="1"/>
        </p:nvCxnSpPr>
        <p:spPr>
          <a:xfrm>
            <a:off x="6176909" y="5295267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41655-F6FE-D3F2-7A4D-5DCEE179A2F6}"/>
              </a:ext>
            </a:extLst>
          </p:cNvPr>
          <p:cNvCxnSpPr>
            <a:cxnSpLocks/>
          </p:cNvCxnSpPr>
          <p:nvPr userDrawn="1"/>
        </p:nvCxnSpPr>
        <p:spPr>
          <a:xfrm>
            <a:off x="6176909" y="4355015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685115-1BC0-C8A4-8C75-3ECF7DFA3E7B}"/>
              </a:ext>
            </a:extLst>
          </p:cNvPr>
          <p:cNvCxnSpPr>
            <a:cxnSpLocks/>
          </p:cNvCxnSpPr>
          <p:nvPr userDrawn="1"/>
        </p:nvCxnSpPr>
        <p:spPr>
          <a:xfrm>
            <a:off x="6176909" y="3424712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11EDB1-238D-F6AB-0191-5CC23D239F10}"/>
              </a:ext>
            </a:extLst>
          </p:cNvPr>
          <p:cNvCxnSpPr>
            <a:cxnSpLocks/>
          </p:cNvCxnSpPr>
          <p:nvPr userDrawn="1"/>
        </p:nvCxnSpPr>
        <p:spPr>
          <a:xfrm>
            <a:off x="6176909" y="2502361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152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Dark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61C353-7243-C95D-E693-BB944781DD70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0EEACF-1AA3-86CC-5DB8-6550DCC28D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599" y="1454917"/>
            <a:ext cx="5994337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bg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9F0A6B0-37CC-4629-05B8-16B8CFECDF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775" y="4032077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4E3AB6-7050-E2E8-8DD4-55D5C7F2D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775" y="2579754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E61F5DF-D832-31D3-23C6-35C45DECC55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D9A6A15-2129-16BF-B595-06123BC39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BB47484B-38FE-17AE-1EFD-9A6DDDF18E1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7FC7916F-3030-19B3-FFFB-1874E5657D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D1C371-0150-E22E-DEDE-E9430738DC1C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602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18579E-6960-C4A9-6FEC-8F3A2F554D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599" y="1454917"/>
            <a:ext cx="5994337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bg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14490A8-EF70-ECAA-EF78-23E7565851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17CF167-C5BE-83A0-0256-019168723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ED6E1FE4-5741-F385-F15F-BDAD8773BCED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0EFA0526-D3E5-D97F-EE41-841724D5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95BEC9-404D-4C0D-6C77-ED8B83BF337A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96DFFD-F43B-0375-D0AA-1C4EAD189AE1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E6A2AE7-E118-83D7-230A-3C8C4C69F9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775" y="4032077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1AF1833-E184-2026-5843-968518F33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775" y="2579754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205681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ue-Gradient">
    <p:bg>
      <p:bgPr>
        <a:gradFill>
          <a:gsLst>
            <a:gs pos="0">
              <a:schemeClr val="accent2">
                <a:lumMod val="20000"/>
                <a:lumOff val="80000"/>
                <a:alpha val="33000"/>
              </a:schemeClr>
            </a:gs>
            <a:gs pos="35000">
              <a:schemeClr val="accent3"/>
            </a:gs>
            <a:gs pos="10000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D5A8270-E80A-6382-1E2A-E0888A73C3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1454917"/>
            <a:ext cx="599433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091C68-862E-735F-2E16-CB19BC730AB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2F1649A-CDC4-3220-E32A-9E36A2BB7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44CABD51-AD19-98BB-E316-BD4855B2438D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76BABD31-EB54-B39D-6D72-D7A8AA987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88EF26-1CCC-EE19-4DBF-F359186DA035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D189ED-9C53-4568-8877-26A8B05B3AF8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8FBE39A-9DD4-5BEE-6286-C248356353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202157C-615C-E42F-07EB-F84589B59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4054381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Light-Silver">
    <p:bg>
      <p:bgPr>
        <a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F334EDB-2433-64B8-B237-63C4B6E449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160477DC-8BFE-4D74-E5CD-DB00BC070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F87D4101-11CB-428B-A4F6-38D67057725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9" name="Image 1" descr=" ">
            <a:extLst>
              <a:ext uri="{FF2B5EF4-FFF2-40B4-BE49-F238E27FC236}">
                <a16:creationId xmlns:a16="http://schemas.microsoft.com/office/drawing/2014/main" id="{0B150DCE-CB89-D260-FDA2-F0ADAE75C5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9235AE-E244-503D-892C-68DE22ADC6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CA8001-EBA7-E3C9-EF6A-5E8E7904BBF4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0483FE8-E930-1F31-3237-6BAE2C7A35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1454917"/>
            <a:ext cx="599433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E542F22-89F6-39FC-373A-9062A5E205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A09C188-F9C1-0BD6-96BA-7971E182B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806169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FAE5CA4-88FC-8BB2-60B3-37839A17A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8861" y="1454917"/>
            <a:ext cx="598307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2F182713-F7C3-DEB4-2CB2-BC5205FB95CC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EB05C27A-8401-86B6-4192-6D99AA03F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8BCE35-A94B-4668-1C0B-718E93DF158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DADC50-F350-8149-DEA8-4F3A654BE0B9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BAEEBDB-C07C-3386-FD9C-8B836FB74B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B55E066F-6A7C-9F90-6B67-5BF68D37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A47A6B-85D1-41ED-6D7C-DE6E1E5911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6C262A1-8A8F-98E1-6A18-8FAEE5EA3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986736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Orange-Gradient">
    <p:bg>
      <p:bgPr>
        <a:gradFill>
          <a:gsLst>
            <a:gs pos="0">
              <a:schemeClr val="accent5">
                <a:lumMod val="20000"/>
                <a:lumOff val="80000"/>
                <a:alpha val="33000"/>
              </a:schemeClr>
            </a:gs>
            <a:gs pos="35000">
              <a:schemeClr val="accent6">
                <a:alpha val="68000"/>
              </a:schemeClr>
            </a:gs>
            <a:gs pos="100000">
              <a:schemeClr val="accent5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B9A628-467F-AE24-863B-1EC7A2DD30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8861" y="1454917"/>
            <a:ext cx="598307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EEFD7C2E-FE39-6DBB-2F60-C2C78177FF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9" name="Slide Number Placeholder 9">
            <a:extLst>
              <a:ext uri="{FF2B5EF4-FFF2-40B4-BE49-F238E27FC236}">
                <a16:creationId xmlns:a16="http://schemas.microsoft.com/office/drawing/2014/main" id="{FFECDFEF-DB4B-6E72-07EC-B9BD127DC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D7C78FA1-D866-70BD-C603-06AB9BE970B3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31" name="Image 1" descr=" ">
            <a:extLst>
              <a:ext uri="{FF2B5EF4-FFF2-40B4-BE49-F238E27FC236}">
                <a16:creationId xmlns:a16="http://schemas.microsoft.com/office/drawing/2014/main" id="{F1CE63DB-C5ED-7B01-CAC9-42602FDC8A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AB4E032-7050-F3F4-A1DE-B3FB3BEA75D8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FA17A5E-0FE4-55C2-CFBC-0F9EF4940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350623D-9EE8-6466-37AF-75E973C75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EDF96D-BB50-0CCF-CA4A-8E516F61434A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9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E51680A-FFEB-87D3-5EF8-50A2898A208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58775" y="2819400"/>
            <a:ext cx="114903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D571CDE-B9F4-7B75-49A8-D1C30DB9346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4CAFCC1-38CA-3166-0FCA-B21C3B410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34" y="1081986"/>
            <a:ext cx="4111150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443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Title-2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EF421049-F956-A104-A43E-E3CB84233D8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01435" y="2819400"/>
            <a:ext cx="5647728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E4F55C55-8346-112B-1129-2106DC0303B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58775" y="2819400"/>
            <a:ext cx="55086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196B1F-97BA-66EA-F3B2-AD61755EC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4997B3-65DE-B586-D9F2-57FD4D396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122025" cy="13179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2323E9D-2A23-9B3D-C4BE-B58B4B930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</p:spTree>
    <p:extLst>
      <p:ext uri="{BB962C8B-B14F-4D97-AF65-F5344CB8AC3E}">
        <p14:creationId xmlns:p14="http://schemas.microsoft.com/office/powerpoint/2010/main" val="325957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Title-2Column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C85EAE4B-6D8B-26A7-046C-3C3E7CE3B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028007" cy="127982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C8F50C98-5A16-64A2-5AA9-4B4DF9AF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B3BB12-2DFA-831B-7A3E-3D632A3958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EBDAC0C8-9EBE-6309-43F7-5A958C59C6C7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22" name="Image 1" descr=" ">
            <a:extLst>
              <a:ext uri="{FF2B5EF4-FFF2-40B4-BE49-F238E27FC236}">
                <a16:creationId xmlns:a16="http://schemas.microsoft.com/office/drawing/2014/main" id="{55D46E82-B97D-D958-9398-BD87981CF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02E169-0CDC-3811-8329-058FFB935CE2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6AD4473B-AEA3-ED4D-83C8-A9BB1245AFBE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01435" y="2819400"/>
            <a:ext cx="5647728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  <a:lvl6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6pPr>
            <a:lvl7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8pPr>
            <a:lvl9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41205AFA-5A17-6794-145B-02378D62BD7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58775" y="2819400"/>
            <a:ext cx="55086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  <a:lvl6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6pPr>
            <a:lvl7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8pPr>
            <a:lvl9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9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C355A851-8EC2-D3A8-CE46-3CA8C349D51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208859" y="1108268"/>
            <a:ext cx="2724151" cy="4863028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EBDE478-B1FB-944F-8C0C-C3E43E8704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F356A306-DC48-772A-59FB-11DA3BAE5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65B41E6B-B657-DD71-8D32-1E887F3688BD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131674" y="1108268"/>
            <a:ext cx="2724151" cy="4863028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30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225CCF5C-3959-FDFD-6256-C18B66EC0EF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42900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296777D-EB69-40A3-4921-8DFF8FB273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370D95-826F-185B-EB41-194776D22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0A19B1A7-2E37-5538-85B6-0200683EE3F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3273386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2840131B-1675-B6F9-A7BB-7933E8D4A7D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203873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073568C8-72A0-0DB2-B730-0F53B2C3D32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134359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13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27D97414-97AB-B5D5-2BD7-09986FA740C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342901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A9E3C28-064E-9A3A-52DE-6637BFA35737}"/>
              </a:ext>
            </a:extLst>
          </p:cNvPr>
          <p:cNvSpPr/>
          <p:nvPr userDrawn="1"/>
        </p:nvSpPr>
        <p:spPr>
          <a:xfrm>
            <a:off x="9702750" y="4925449"/>
            <a:ext cx="910162" cy="23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99"/>
              </a:lnSpc>
            </a:pPr>
            <a:endParaRPr lang="en-US" sz="1399" b="0" i="0">
              <a:latin typeface="Replica LL TT" panose="020B0504010101010104" pitchFamily="34" charset="77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CACBCE9-7FC9-5EC9-D636-F8D213A890E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733818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EFB3F533-F315-2468-CF10-20574944D0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77932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A4A9DA-A8C9-9630-492A-2C48515DC8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31284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A8E29FF-FE6C-7472-8E07-99932C28358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84636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9A656A-3A77-CE49-4B4A-9D0CF9A02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0" y="2212400"/>
            <a:ext cx="2069404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0F8318F-D934-888E-EB41-9CA6EF7B07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C97DC3B7-E258-5117-9F58-0EC3FF5B9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75072B52-F65D-8ADC-8726-531DAD82E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690855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60E87829-15FA-4F9F-E0B0-33670C24F09B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039608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5713EC87-27A4-F4FA-8130-D95432336C93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7379396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FC9BF00F-5632-B90B-3D21-DB04F0EA241D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9732452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526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-5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E70AB5-06E9-7C4F-34BE-251529F1BD9A}"/>
              </a:ext>
            </a:extLst>
          </p:cNvPr>
          <p:cNvCxnSpPr>
            <a:cxnSpLocks/>
          </p:cNvCxnSpPr>
          <p:nvPr userDrawn="1"/>
        </p:nvCxnSpPr>
        <p:spPr>
          <a:xfrm flipH="1">
            <a:off x="380998" y="2706518"/>
            <a:ext cx="11429941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amond 17">
            <a:extLst>
              <a:ext uri="{FF2B5EF4-FFF2-40B4-BE49-F238E27FC236}">
                <a16:creationId xmlns:a16="http://schemas.microsoft.com/office/drawing/2014/main" id="{4D7F1217-6098-353E-4468-B2D82654D733}"/>
              </a:ext>
            </a:extLst>
          </p:cNvPr>
          <p:cNvSpPr/>
          <p:nvPr userDrawn="1"/>
        </p:nvSpPr>
        <p:spPr>
          <a:xfrm>
            <a:off x="269946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7981E77-0D98-8F83-40C2-74252AE6FF83}"/>
              </a:ext>
            </a:extLst>
          </p:cNvPr>
          <p:cNvSpPr/>
          <p:nvPr userDrawn="1"/>
        </p:nvSpPr>
        <p:spPr>
          <a:xfrm>
            <a:off x="2607354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089E9D00-977B-F2E8-8B48-DBD82D6D0DED}"/>
              </a:ext>
            </a:extLst>
          </p:cNvPr>
          <p:cNvSpPr/>
          <p:nvPr userDrawn="1"/>
        </p:nvSpPr>
        <p:spPr>
          <a:xfrm>
            <a:off x="4944763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876E24B2-6856-3125-5688-D3708D8907CE}"/>
              </a:ext>
            </a:extLst>
          </p:cNvPr>
          <p:cNvSpPr/>
          <p:nvPr userDrawn="1"/>
        </p:nvSpPr>
        <p:spPr>
          <a:xfrm>
            <a:off x="7282172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54D84907-4179-0509-9321-74B4D6613CC2}"/>
              </a:ext>
            </a:extLst>
          </p:cNvPr>
          <p:cNvSpPr/>
          <p:nvPr userDrawn="1"/>
        </p:nvSpPr>
        <p:spPr>
          <a:xfrm>
            <a:off x="9619580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CACBCE9-7FC9-5EC9-D636-F8D213A890E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90778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EFB3F533-F315-2468-CF10-20574944D0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55720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A4A9DA-A8C9-9630-492A-2C48515DC8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24860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A8E29FF-FE6C-7472-8E07-99932C28358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84636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9A656A-3A77-CE49-4B4A-9D0CF9A02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466" y="2212400"/>
            <a:ext cx="2069404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467" y="1081986"/>
            <a:ext cx="4194608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0DCAE08-9E42-F643-38ED-3B9EC2FE82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EABB30B-8CBC-4D33-B1EA-6F761EAD8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EC9BA324-3F36-6C5C-1619-57613101F972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342901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A93D8A50-CFC5-9C62-46C2-1647D461D46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690855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6FFD7024-9033-53D6-3C01-9339F9B36F3A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039608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254188E6-412E-A5BE-3996-BA6B160DFA36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7379396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0A2355D0-5C0F-FFCE-55D4-EB98EEBFE262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9732452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666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-6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562E809A-D81C-7FE3-C060-99211972BAE9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66770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Content Placeholder 5">
            <a:extLst>
              <a:ext uri="{FF2B5EF4-FFF2-40B4-BE49-F238E27FC236}">
                <a16:creationId xmlns:a16="http://schemas.microsoft.com/office/drawing/2014/main" id="{682032AB-EAFF-4E01-2831-8BD735C82E4B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4284875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3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DE57BC3D-139E-F359-382F-749256E157E2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71075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26552AAA-2010-000B-629E-7AA2EB1253A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66770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A05BE5-1B5D-AA11-0325-D82925EDDE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284875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74C8AC5D-AF75-CCE2-9C4A-5FA073F1A41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1075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EA0CD482-6D86-51BB-D538-C36564C4718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66769" y="5031914"/>
            <a:ext cx="365316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36F4E82-F6FC-A7BC-1BBC-EA36C7E8616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94253" y="4407620"/>
            <a:ext cx="2929470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85F40F7-E776-6B68-DA76-4C5186EF47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284874" y="5031914"/>
            <a:ext cx="364946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E4D5AEC8-4E60-7E73-0E2A-05FB9808CFA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012358" y="4407620"/>
            <a:ext cx="2927123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8FA54DA-56A2-AC6A-708F-CE80E7E9A9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42899" y="5031914"/>
            <a:ext cx="3699366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DD2F5571-27FD-D920-FF71-8E9788277C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98558" y="4407620"/>
            <a:ext cx="2943707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3D330EF2-7153-4F7C-18CF-33892B43F2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66769" y="3022640"/>
            <a:ext cx="365316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C55CA73-1137-3E42-49AA-83BF3C0F7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4253" y="2398346"/>
            <a:ext cx="2929470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AA0B059-7CA9-5C0A-9C11-91B64BD9E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84874" y="3022640"/>
            <a:ext cx="364946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9551D2EF-783D-1555-0D1C-EC646853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12358" y="2398346"/>
            <a:ext cx="2927123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2205358-74D1-BB42-215F-8AA09D193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899" y="3022640"/>
            <a:ext cx="3699366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6661B36-4E5F-71CD-3ACE-B70FB34C3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558" y="2398346"/>
            <a:ext cx="2943707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C1434AC-6F1B-966C-4397-9C039DEC99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FD950A0-A7DB-69DA-8B66-7841D22C4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8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6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B0BEAF0-31D0-8FB3-30F2-3E33603CBFC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082765" y="5715165"/>
            <a:ext cx="192186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Number 6">
            <a:extLst>
              <a:ext uri="{FF2B5EF4-FFF2-40B4-BE49-F238E27FC236}">
                <a16:creationId xmlns:a16="http://schemas.microsoft.com/office/drawing/2014/main" id="{77559A2C-66AF-A63B-72F4-57D2E47E74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82765" y="5062056"/>
            <a:ext cx="1921860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5" name="Line 6">
            <a:extLst>
              <a:ext uri="{FF2B5EF4-FFF2-40B4-BE49-F238E27FC236}">
                <a16:creationId xmlns:a16="http://schemas.microsoft.com/office/drawing/2014/main" id="{F9A6D4A3-D7DD-04D2-9375-446221CA1B5A}"/>
              </a:ext>
            </a:extLst>
          </p:cNvPr>
          <p:cNvCxnSpPr>
            <a:cxnSpLocks/>
          </p:cNvCxnSpPr>
          <p:nvPr userDrawn="1"/>
        </p:nvCxnSpPr>
        <p:spPr>
          <a:xfrm>
            <a:off x="10082765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CB5101-712E-1FDF-B4A4-A13A3D7FAA9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61719" y="5715165"/>
            <a:ext cx="186719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umber 5">
            <a:extLst>
              <a:ext uri="{FF2B5EF4-FFF2-40B4-BE49-F238E27FC236}">
                <a16:creationId xmlns:a16="http://schemas.microsoft.com/office/drawing/2014/main" id="{8A83E275-ED85-1F4F-57CF-FD74DBE1F0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61250" y="5062056"/>
            <a:ext cx="1861799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Line 5">
            <a:extLst>
              <a:ext uri="{FF2B5EF4-FFF2-40B4-BE49-F238E27FC236}">
                <a16:creationId xmlns:a16="http://schemas.microsoft.com/office/drawing/2014/main" id="{E9476E00-55D1-0371-125A-340D81A783D4}"/>
              </a:ext>
            </a:extLst>
          </p:cNvPr>
          <p:cNvCxnSpPr>
            <a:cxnSpLocks/>
          </p:cNvCxnSpPr>
          <p:nvPr userDrawn="1"/>
        </p:nvCxnSpPr>
        <p:spPr>
          <a:xfrm>
            <a:off x="7450740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8BDD1F-F8A4-AA54-3C18-E2FFC66C58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733925" y="5715165"/>
            <a:ext cx="1903218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Number 4">
            <a:extLst>
              <a:ext uri="{FF2B5EF4-FFF2-40B4-BE49-F238E27FC236}">
                <a16:creationId xmlns:a16="http://schemas.microsoft.com/office/drawing/2014/main" id="{B8676FB4-7CF2-B2AC-31BF-E5D9C33F6A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33925" y="5062056"/>
            <a:ext cx="1903216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13" name="Line 4">
            <a:extLst>
              <a:ext uri="{FF2B5EF4-FFF2-40B4-BE49-F238E27FC236}">
                <a16:creationId xmlns:a16="http://schemas.microsoft.com/office/drawing/2014/main" id="{A8D6E652-7B6D-7E18-C6A4-FBC01D56F23E}"/>
              </a:ext>
            </a:extLst>
          </p:cNvPr>
          <p:cNvCxnSpPr>
            <a:cxnSpLocks/>
          </p:cNvCxnSpPr>
          <p:nvPr userDrawn="1"/>
        </p:nvCxnSpPr>
        <p:spPr>
          <a:xfrm>
            <a:off x="4737076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1987A5A9-1A45-D92D-91CB-5E9A9E62D40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2765" y="4515015"/>
            <a:ext cx="192186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B49438D-B566-7496-AD05-EBF535B79A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2765" y="3861906"/>
            <a:ext cx="1921860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7" name="Line 3">
            <a:extLst>
              <a:ext uri="{FF2B5EF4-FFF2-40B4-BE49-F238E27FC236}">
                <a16:creationId xmlns:a16="http://schemas.microsoft.com/office/drawing/2014/main" id="{C91B5678-31C0-3C70-1E22-C8137339FA83}"/>
              </a:ext>
            </a:extLst>
          </p:cNvPr>
          <p:cNvCxnSpPr>
            <a:cxnSpLocks/>
          </p:cNvCxnSpPr>
          <p:nvPr/>
        </p:nvCxnSpPr>
        <p:spPr>
          <a:xfrm>
            <a:off x="10082765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CA1F41F-7B74-EBA2-76C6-B7D3897FBC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61719" y="4515015"/>
            <a:ext cx="186719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Number 2">
            <a:extLst>
              <a:ext uri="{FF2B5EF4-FFF2-40B4-BE49-F238E27FC236}">
                <a16:creationId xmlns:a16="http://schemas.microsoft.com/office/drawing/2014/main" id="{077C3A3C-9196-9CA9-CE85-F5A6BC39F2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61250" y="3861906"/>
            <a:ext cx="1861799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6" name="Line 2">
            <a:extLst>
              <a:ext uri="{FF2B5EF4-FFF2-40B4-BE49-F238E27FC236}">
                <a16:creationId xmlns:a16="http://schemas.microsoft.com/office/drawing/2014/main" id="{2F048074-09DC-71DB-808B-E2A062FBBFDC}"/>
              </a:ext>
            </a:extLst>
          </p:cNvPr>
          <p:cNvCxnSpPr>
            <a:cxnSpLocks/>
          </p:cNvCxnSpPr>
          <p:nvPr/>
        </p:nvCxnSpPr>
        <p:spPr>
          <a:xfrm>
            <a:off x="7450740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7B665D0-2FB7-6EDA-E9DF-2583F1B7C6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33925" y="4515015"/>
            <a:ext cx="1903218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Number 1">
            <a:extLst>
              <a:ext uri="{FF2B5EF4-FFF2-40B4-BE49-F238E27FC236}">
                <a16:creationId xmlns:a16="http://schemas.microsoft.com/office/drawing/2014/main" id="{E4384107-C376-82B5-3D49-1E5F8A4AF02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3924" y="3861906"/>
            <a:ext cx="1903217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0" name="Line 1">
            <a:extLst>
              <a:ext uri="{FF2B5EF4-FFF2-40B4-BE49-F238E27FC236}">
                <a16:creationId xmlns:a16="http://schemas.microsoft.com/office/drawing/2014/main" id="{2508F837-BB0F-C0EE-6911-B3F4D06D5F57}"/>
              </a:ext>
            </a:extLst>
          </p:cNvPr>
          <p:cNvCxnSpPr>
            <a:cxnSpLocks/>
          </p:cNvCxnSpPr>
          <p:nvPr/>
        </p:nvCxnSpPr>
        <p:spPr>
          <a:xfrm>
            <a:off x="4737076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3A2D8C8-3E40-BEF8-A439-3EC99F1B76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564" y="4659652"/>
            <a:ext cx="404714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F2A61EE-69B7-872A-D442-E698C7C5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770489"/>
            <a:ext cx="4068688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85AF97B-70C9-A62B-0554-77A585D2CAE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1075" y="1142835"/>
            <a:ext cx="11478088" cy="1892620"/>
          </a:xfrm>
          <a:prstGeom prst="snip2SameRect">
            <a:avLst>
              <a:gd name="adj1" fmla="val 5161"/>
              <a:gd name="adj2" fmla="val 5337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E8F531D3-5C6F-8BEF-7E75-FF317B566F3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B9E7B3F5-4084-B019-BE95-772ED6C92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974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nline Image Placeholder 1">
            <a:extLst>
              <a:ext uri="{FF2B5EF4-FFF2-40B4-BE49-F238E27FC236}">
                <a16:creationId xmlns:a16="http://schemas.microsoft.com/office/drawing/2014/main" id="{530B90B0-9F32-598E-8604-0D154B7B928F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6197600" y="1066800"/>
            <a:ext cx="5651500" cy="5181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9B935C6-EFDB-2C86-5623-3CCA22A02C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D1CA990B-9BD1-B4AA-DD7D-84A811A4B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972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Image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0" descr=" ">
            <a:extLst>
              <a:ext uri="{FF2B5EF4-FFF2-40B4-BE49-F238E27FC236}">
                <a16:creationId xmlns:a16="http://schemas.microsoft.com/office/drawing/2014/main" id="{6C4C0261-F93F-8B6D-C53A-84E01661D7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98" y="873189"/>
            <a:ext cx="11429941" cy="6348"/>
          </a:xfrm>
          <a:prstGeom prst="rect">
            <a:avLst/>
          </a:prstGeom>
        </p:spPr>
      </p:pic>
      <p:sp>
        <p:nvSpPr>
          <p:cNvPr id="17" name="Online Image Placeholder 1">
            <a:extLst>
              <a:ext uri="{FF2B5EF4-FFF2-40B4-BE49-F238E27FC236}">
                <a16:creationId xmlns:a16="http://schemas.microsoft.com/office/drawing/2014/main" id="{530B90B0-9F32-598E-8604-0D154B7B928F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6197600" y="1131889"/>
            <a:ext cx="5613301" cy="507682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9237CBF-9652-FDEB-4D49-73AA428B5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4A5B98C-1BD9-D362-A8C4-C987217BB5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21E60D18-E49B-C5E3-D2B9-3C101808693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1" name="Image 1" descr=" ">
            <a:extLst>
              <a:ext uri="{FF2B5EF4-FFF2-40B4-BE49-F238E27FC236}">
                <a16:creationId xmlns:a16="http://schemas.microsoft.com/office/drawing/2014/main" id="{41BC7F60-49F3-062C-620E-2633CE6AFA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3E47EB-4905-9194-3CFD-93BAE0E1A75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044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-2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8F85F813-EA66-574A-3AE5-20D098D614A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09160" y="3517836"/>
            <a:ext cx="5655816" cy="247553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B7CA0-634F-9191-9810-155B3EB3FB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7600" y="2319306"/>
            <a:ext cx="5618699" cy="9255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7035E1D6-BF82-46DB-77D9-DFAB27816A8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759" y="3517836"/>
            <a:ext cx="5655816" cy="247553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0F41B0-95DB-701B-B6DD-AA7AAF84FB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8691" y="2319306"/>
            <a:ext cx="5604909" cy="9255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65DD24-823D-3F8B-0AD2-82C0042F7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570" y="1081986"/>
            <a:ext cx="418450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DCFECB6-6EE2-39EE-D7FA-82604C97AF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06187AB-8556-B587-B87D-BDC4855A6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9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Text-4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4C546ED-101E-36DA-076A-F26E85A37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19691" y="3797975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55BDE9A-0372-5EA9-ACC7-B9B90004A7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600" y="3797975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E05BF496-661D-295A-4DC7-98DAAFF115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7600" y="1137903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95A41B67-CDA6-2A24-A480-4A1DA10D14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19691" y="1137903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D16980D-F309-7F68-6617-9CDDD31C7F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9691" y="5896941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0035A22C-9751-F717-F3D1-E76DF981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7600" y="3236086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DF696556-135C-DBC4-844C-2C4B4E12E9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19691" y="3236086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CCF301-C6A4-0538-45A3-22B5616FC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7600" y="5896941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927F74B-A656-0DF7-078D-7EEBA37083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477" y="3509403"/>
            <a:ext cx="5282849" cy="26823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271886F-A12B-EE68-4CEB-A757F36B9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77" y="1070110"/>
            <a:ext cx="5282849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1EA56B5-6CE3-31C4-03B0-85A743501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B0FB7E7-5569-BED8-6823-2231F4D78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54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Title-Text-4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D16980D-F309-7F68-6617-9CDDD31C7F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1236" y="5889970"/>
            <a:ext cx="2718508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CCF301-C6A4-0538-45A3-22B5616FC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2340" y="5889970"/>
            <a:ext cx="2745313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DF696556-135C-DBC4-844C-2C4B4E12E9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70250" y="5889970"/>
            <a:ext cx="2778114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0035A22C-9751-F717-F3D1-E76DF981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889970"/>
            <a:ext cx="2783373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4C546ED-101E-36DA-076A-F26E85A37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24949" y="3797975"/>
            <a:ext cx="2700573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55BDE9A-0372-5EA9-ACC7-B9B90004A7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8860" y="3797975"/>
            <a:ext cx="2705503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95A41B67-CDA6-2A24-A480-4A1DA10D14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84699" y="3797975"/>
            <a:ext cx="269844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E05BF496-661D-295A-4DC7-98DAAFF115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3542" y="3797975"/>
            <a:ext cx="2699858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000A5C9-0CE4-0478-9DE7-9C6307328E5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2340" y="1076098"/>
            <a:ext cx="5618599" cy="2352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E97197-0F32-D6AF-203E-B5CBB3961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01505AE-CE1B-1380-2CC6-D8246D31DF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A017801-60B9-37DA-0839-517744478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97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stimonial-BigImage">
    <p:bg>
      <p:bgPr>
        <a:gradFill>
          <a:gsLst>
            <a:gs pos="0">
              <a:schemeClr val="accent5">
                <a:lumMod val="20000"/>
                <a:lumOff val="80000"/>
                <a:alpha val="33000"/>
              </a:schemeClr>
            </a:gs>
            <a:gs pos="35000">
              <a:schemeClr val="accent6">
                <a:alpha val="68000"/>
              </a:schemeClr>
            </a:gs>
            <a:gs pos="100000">
              <a:schemeClr val="accent5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9353EA2-D79C-A104-A3D9-7B6FD6BB59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671" y="2028268"/>
            <a:ext cx="221339" cy="165961"/>
          </a:xfrm>
          <a:prstGeom prst="rect">
            <a:avLst/>
          </a:prstGeom>
        </p:spPr>
      </p:pic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B9C44A18-9652-44E3-1A16-F446DF95179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08862" y="876301"/>
            <a:ext cx="5983138" cy="59613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E23C9D-534E-7DED-C4A2-99B5054025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8888" y="4516964"/>
            <a:ext cx="3388215" cy="8186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Speaker Name and position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D4CDE9-A183-7184-2816-32426B27C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549508"/>
            <a:ext cx="5865961" cy="152919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58EBF03-2ABE-E514-C370-51B18EC7FF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8A4B9982-51CA-8A8E-BBC0-9198B636D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05A41D-A69D-444C-0191-7D9854A9CAF8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66ABAA34-4FD0-2F05-CEE3-13CDA047530C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F931C8D-1BF6-E3CB-FB6D-D1DC262BD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75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stimonial-Smal-imag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9353EA2-D79C-A104-A3D9-7B6FD6BB59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671" y="1385532"/>
            <a:ext cx="221339" cy="165961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5037F03-FBD8-0ED3-E44D-0E67D2A46AA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61275" y="5617202"/>
            <a:ext cx="1997125" cy="47007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Speaker Name and position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58CFD518-5E70-16B8-A190-B8FBC896F8C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661275" y="3168344"/>
            <a:ext cx="1897176" cy="227649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D4CDE9-A183-7184-2816-32426B27C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1906771"/>
            <a:ext cx="7118350" cy="25231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1954331E-46F0-8941-911B-583F52B420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F07F1E96-E520-1166-166B-E3586BBB1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C439FB-8183-A69E-DE9B-E1B174EC1B82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80D25C3A-826E-FDDE-F818-B5347C1A0987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C208C247-7D03-7CCB-F15C-F610635A1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828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F7037D0F-6F54-34FE-658B-F56CCB37ED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82673" y="1373188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EA588CAB-2E7D-805A-40AA-79E7DE14EC7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722948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40">
            <a:extLst>
              <a:ext uri="{FF2B5EF4-FFF2-40B4-BE49-F238E27FC236}">
                <a16:creationId xmlns:a16="http://schemas.microsoft.com/office/drawing/2014/main" id="{B49EF702-A408-67CE-06A0-5F80D7C5035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667683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40">
            <a:extLst>
              <a:ext uri="{FF2B5EF4-FFF2-40B4-BE49-F238E27FC236}">
                <a16:creationId xmlns:a16="http://schemas.microsoft.com/office/drawing/2014/main" id="{F4FE2429-D435-D6E7-F00C-2C059F85F34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124950" y="1373188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40">
            <a:extLst>
              <a:ext uri="{FF2B5EF4-FFF2-40B4-BE49-F238E27FC236}">
                <a16:creationId xmlns:a16="http://schemas.microsoft.com/office/drawing/2014/main" id="{CFF4A757-7BF2-83CE-335D-1EB52D8624A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593541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0E6EC163-F054-0623-EDF4-C5C46CE2E0F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82673" y="3922424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F81FE220-C131-4DFA-B84B-9593700F4B9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722948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7D717190-D728-E036-75BE-5B19723B121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667683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E0CDD4B-8917-1D21-CB83-808A474B3A5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9124950" y="3922424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FFC01FC-6FCD-A75A-2348-F7050FA601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0593541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BD2FEBB-896F-0FE0-75AB-AADC5AAD6D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33925" y="5571483"/>
            <a:ext cx="1359888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9C3035E-842C-AD62-963E-6C3F2C8E0F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8861" y="5571483"/>
            <a:ext cx="1252390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520716C-D577-6320-14BE-B8B6DE44C0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61275" y="5571483"/>
            <a:ext cx="126047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97DE4CDD-587D-D651-2DC9-34AF612397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24949" y="5571483"/>
            <a:ext cx="1268743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44D3F08F-7529-994C-BA62-657C615E4F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588625" y="5571483"/>
            <a:ext cx="126047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0C91EA3-3DE3-23C1-A165-EF19EB520B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33925" y="3013010"/>
            <a:ext cx="125776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F87D810A-BD3E-4AC9-78C9-90C9286982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3652" y="3013010"/>
            <a:ext cx="126874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61C726B-A14D-591C-66FB-D641358AC8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96338" y="3013010"/>
            <a:ext cx="122541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7E1E480-D41A-5D71-24C9-DDD0FEAFB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24951" y="3013010"/>
            <a:ext cx="126874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BD867114-87DB-15EA-AD25-896162B820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588625" y="3013010"/>
            <a:ext cx="1288540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917071"/>
            <a:ext cx="4177921" cy="892929"/>
          </a:xfrm>
        </p:spPr>
        <p:txBody>
          <a:bodyPr anchor="t">
            <a:noAutofit/>
          </a:bodyPr>
          <a:lstStyle>
            <a:lvl1pPr>
              <a:defRPr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C5E8B28-DBA8-964B-3479-30B6E9A3AF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362C9962-2DB9-EC56-CD76-2BA0B9755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01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0E6EC163-F054-0623-EDF4-C5C46CE2E0F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2333096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F81FE220-C131-4DFA-B84B-9593700F4B9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81739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7D717190-D728-E036-75BE-5B19723B121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284453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E0CDD4B-8917-1D21-CB83-808A474B3A5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35810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FFC01FC-6FCD-A75A-2348-F7050FA601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187167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BD2FEBB-896F-0FE0-75AB-AADC5AAD6D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9C3035E-842C-AD62-963E-6C3F2C8E0F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9241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520716C-D577-6320-14BE-B8B6DE44C0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4192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97DE4CDD-587D-D651-2DC9-34AF612397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08861" y="4755324"/>
            <a:ext cx="1613441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44D3F08F-7529-994C-BA62-657C615E4F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58370" y="4755324"/>
            <a:ext cx="1613442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6" name="Picture Placeholder 40">
            <a:extLst>
              <a:ext uri="{FF2B5EF4-FFF2-40B4-BE49-F238E27FC236}">
                <a16:creationId xmlns:a16="http://schemas.microsoft.com/office/drawing/2014/main" id="{92E72762-88E9-E56D-0AD2-2B2853F4E4F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138526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95F335D5-2639-961F-D6D8-C637860E944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107880" y="4755324"/>
            <a:ext cx="1613442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77D1E-86B7-9061-FB39-260313FB1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122025" cy="13179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1BB08C2-6244-D8AF-B096-095FB6F307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9877DF8-A837-884A-B14D-47691C05F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686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73E9E-3FBF-9FCD-F0A6-7DB54FAEB38F}"/>
              </a:ext>
            </a:extLst>
          </p:cNvPr>
          <p:cNvSpPr/>
          <p:nvPr userDrawn="1"/>
        </p:nvSpPr>
        <p:spPr>
          <a:xfrm>
            <a:off x="5984916" y="-1339"/>
            <a:ext cx="6207084" cy="6858000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CC4CB2C9-B316-C8B8-0033-9CBBB1A1D7A5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6208580" y="4932888"/>
            <a:ext cx="5640519" cy="1401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92F1FDD2-078C-A8E3-87BB-EB0195CDF4F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8205" y="4535470"/>
            <a:ext cx="5625775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solution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5CDD5922-097E-F6BC-95AC-4075873287F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208860" y="1083104"/>
            <a:ext cx="5625119" cy="3130550"/>
          </a:xfrm>
          <a:prstGeom prst="snip2SameRect">
            <a:avLst>
              <a:gd name="adj1" fmla="val 2479"/>
              <a:gd name="adj2" fmla="val 2421"/>
            </a:avLst>
          </a:prstGeom>
        </p:spPr>
        <p:txBody>
          <a:bodyPr/>
          <a:lstStyle>
            <a:lvl1pPr>
              <a:defRPr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748891B-C57D-282B-8A55-F620A681718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42900" y="4932888"/>
            <a:ext cx="4844993" cy="1401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9AB51F4-A39A-3A08-4F45-5A06DE5D0DA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2734" y="4535470"/>
            <a:ext cx="4832329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challenge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1E2C6-5A96-66EA-963D-0551C20004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609818"/>
            <a:ext cx="4844993" cy="1603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4BA02-1A4D-D9D5-65F3-09E1B0B0BE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734" y="2212400"/>
            <a:ext cx="4832329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client Overview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2852" y="1081986"/>
            <a:ext cx="407873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170415B-AA20-14B0-46DA-F58F1C7C37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5C4A74E3-3A12-E6C9-4395-FE9ADF288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049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987A5A9-1A45-D92D-91CB-5E9A9E62D40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2766" y="4513607"/>
            <a:ext cx="182986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B49438D-B566-7496-AD05-EBF535B79A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2765" y="3830604"/>
            <a:ext cx="1829863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7" name="Line 3">
            <a:extLst>
              <a:ext uri="{FF2B5EF4-FFF2-40B4-BE49-F238E27FC236}">
                <a16:creationId xmlns:a16="http://schemas.microsoft.com/office/drawing/2014/main" id="{C91B5678-31C0-3C70-1E22-C8137339FA83}"/>
              </a:ext>
            </a:extLst>
          </p:cNvPr>
          <p:cNvCxnSpPr>
            <a:cxnSpLocks/>
          </p:cNvCxnSpPr>
          <p:nvPr/>
        </p:nvCxnSpPr>
        <p:spPr>
          <a:xfrm>
            <a:off x="10082765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CA1F41F-7B74-EBA2-76C6-B7D3897FBC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61251" y="4513607"/>
            <a:ext cx="178368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Number 2">
            <a:extLst>
              <a:ext uri="{FF2B5EF4-FFF2-40B4-BE49-F238E27FC236}">
                <a16:creationId xmlns:a16="http://schemas.microsoft.com/office/drawing/2014/main" id="{077C3A3C-9196-9CA9-CE85-F5A6BC39F2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61250" y="3830604"/>
            <a:ext cx="1783683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6" name="Line 2">
            <a:extLst>
              <a:ext uri="{FF2B5EF4-FFF2-40B4-BE49-F238E27FC236}">
                <a16:creationId xmlns:a16="http://schemas.microsoft.com/office/drawing/2014/main" id="{2F048074-09DC-71DB-808B-E2A062FBBFDC}"/>
              </a:ext>
            </a:extLst>
          </p:cNvPr>
          <p:cNvCxnSpPr>
            <a:cxnSpLocks/>
          </p:cNvCxnSpPr>
          <p:nvPr/>
        </p:nvCxnSpPr>
        <p:spPr>
          <a:xfrm>
            <a:off x="7450740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A7B665D0-2FB7-6EDA-E9DF-2583F1B7C6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33925" y="4513607"/>
            <a:ext cx="1819244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Number 1">
            <a:extLst>
              <a:ext uri="{FF2B5EF4-FFF2-40B4-BE49-F238E27FC236}">
                <a16:creationId xmlns:a16="http://schemas.microsoft.com/office/drawing/2014/main" id="{E4384107-C376-82B5-3D49-1E5F8A4AF02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3925" y="3830604"/>
            <a:ext cx="1819244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0" name="Line 1">
            <a:extLst>
              <a:ext uri="{FF2B5EF4-FFF2-40B4-BE49-F238E27FC236}">
                <a16:creationId xmlns:a16="http://schemas.microsoft.com/office/drawing/2014/main" id="{2508F837-BB0F-C0EE-6911-B3F4D06D5F57}"/>
              </a:ext>
            </a:extLst>
          </p:cNvPr>
          <p:cNvCxnSpPr>
            <a:cxnSpLocks/>
          </p:cNvCxnSpPr>
          <p:nvPr/>
        </p:nvCxnSpPr>
        <p:spPr>
          <a:xfrm>
            <a:off x="4737076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3A2D8C8-3E40-BEF8-A439-3EC99F1B76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900" y="4659652"/>
            <a:ext cx="406868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D1AD02-2142-88F6-C395-A5E04FA9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64" y="3770489"/>
            <a:ext cx="4060723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85AF97B-70C9-A62B-0554-77A585D2CAE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1075" y="1142835"/>
            <a:ext cx="11439864" cy="1892620"/>
          </a:xfrm>
          <a:prstGeom prst="snip2SameRect">
            <a:avLst>
              <a:gd name="adj1" fmla="val 4703"/>
              <a:gd name="adj2" fmla="val 4518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36FB90D-FD99-D981-2110-177F0987B03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7E5653D8-543B-1BA6-6B40-344D14E95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227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Icons-3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icture Placeholder 1">
            <a:extLst>
              <a:ext uri="{FF2B5EF4-FFF2-40B4-BE49-F238E27FC236}">
                <a16:creationId xmlns:a16="http://schemas.microsoft.com/office/drawing/2014/main" id="{803DDEC3-9A10-A4E7-A810-9DD1923CAD4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42900" y="4941178"/>
            <a:ext cx="11506263" cy="1927333"/>
          </a:xfrm>
          <a:prstGeom prst="snip2SameRect">
            <a:avLst>
              <a:gd name="adj1" fmla="val 4673"/>
              <a:gd name="adj2" fmla="val 0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A839C26F-539A-EC68-E7EE-B8A96B64C3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0388" y="5591350"/>
            <a:ext cx="6890862" cy="742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E63B9C7F-BAD2-48C6-94B1-9E0685574F8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70388" y="5149338"/>
            <a:ext cx="3697712" cy="344487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0"/>
              </a:spcBef>
              <a:buNone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D330EF2-7153-4F7C-18CF-33892B43F2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42447" y="3604505"/>
            <a:ext cx="3677485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C55CA73-1137-3E42-49AA-83BF3C0F7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6237" y="3156419"/>
            <a:ext cx="3677485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AA0B059-7CA9-5C0A-9C11-91B64BD9E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56858" y="3604505"/>
            <a:ext cx="367748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551D2EF-783D-1555-0D1C-EC646853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61996" y="3156419"/>
            <a:ext cx="3677484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2205358-74D1-BB42-215F-8AA09D193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900" y="3604505"/>
            <a:ext cx="367748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66661B36-4E5F-71CD-3ACE-B70FB34C3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0" y="3156419"/>
            <a:ext cx="3677484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26552AAA-2010-000B-629E-7AA2EB1253A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66770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A05BE5-1B5D-AA11-0325-D82925EDDE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284875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74C8AC5D-AF75-CCE2-9C4A-5FA073F1A41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1075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542" y="1081986"/>
            <a:ext cx="406204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450DF93-2044-9F7A-06FB-B1BB905DEE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3793C4B-55C0-FC6E-BDFC-875687790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065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6020401" y="-1339"/>
            <a:ext cx="6171598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pic>
        <p:nvPicPr>
          <p:cNvPr id="3" name="Image 8" descr=" ">
            <a:extLst>
              <a:ext uri="{FF2B5EF4-FFF2-40B4-BE49-F238E27FC236}">
                <a16:creationId xmlns:a16="http://schemas.microsoft.com/office/drawing/2014/main" id="{A5890462-737C-8747-196D-F282EE79CB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191937" cy="882654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3C93A4-CEF2-8908-678C-613CAC60B23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836725" y="2187354"/>
            <a:ext cx="4974214" cy="29733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tabLst/>
              <a:defRPr sz="21000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E08E7DC-EE45-9A8F-DBB9-2686D9A4D7F1}"/>
              </a:ext>
            </a:extLst>
          </p:cNvPr>
          <p:cNvSpPr>
            <a:spLocks noGrp="1"/>
          </p:cNvSpPr>
          <p:nvPr userDrawn="1">
            <p:ph type="body" sz="quarter" idx="40"/>
          </p:nvPr>
        </p:nvSpPr>
        <p:spPr>
          <a:xfrm>
            <a:off x="9146386" y="4901879"/>
            <a:ext cx="270271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104195-8171-BBB1-8E79-FCDF09ACFA7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208861" y="1074070"/>
            <a:ext cx="2937525" cy="4092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STAT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EE3DA-A65D-93E7-9E9C-CFE35775A1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2900" y="1070110"/>
            <a:ext cx="5306426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A4CF3B5-4723-A59D-461D-90B6355C8B2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FE3B954-0568-5CDC-37E6-49B4BB1F3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2F5F33-5E9C-401C-E667-E17258E3A97B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936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Big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0" y="0"/>
            <a:ext cx="5881492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pic>
        <p:nvPicPr>
          <p:cNvPr id="2" name="Image 8" descr=" ">
            <a:extLst>
              <a:ext uri="{FF2B5EF4-FFF2-40B4-BE49-F238E27FC236}">
                <a16:creationId xmlns:a16="http://schemas.microsoft.com/office/drawing/2014/main" id="{C021970F-E944-64B0-6CF8-C929582A31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339"/>
            <a:ext cx="12191937" cy="881536"/>
          </a:xfrm>
          <a:prstGeom prst="rect">
            <a:avLst/>
          </a:prstGeom>
        </p:spPr>
      </p:pic>
      <p:sp>
        <p:nvSpPr>
          <p:cNvPr id="32" name="Number 2">
            <a:extLst>
              <a:ext uri="{FF2B5EF4-FFF2-40B4-BE49-F238E27FC236}">
                <a16:creationId xmlns:a16="http://schemas.microsoft.com/office/drawing/2014/main" id="{D6E371F4-19FD-56C9-11F5-130C1EDAF9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70322" y="4392666"/>
            <a:ext cx="3558127" cy="13912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tabLst/>
              <a:defRPr sz="12204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A34C238C-B176-752B-F224-BD347DA9E55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24800" y="5606011"/>
            <a:ext cx="3488995" cy="5588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383C93A4-CEF2-8908-678C-613CAC60B2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0322" y="2051878"/>
            <a:ext cx="3558127" cy="13912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tabLst/>
              <a:defRPr sz="12204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E08E7DC-EE45-9A8F-DBB9-2686D9A4D7F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924800" y="3265223"/>
            <a:ext cx="3488995" cy="5588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104195-8171-BBB1-8E79-FCDF09ACFA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97600" y="1074070"/>
            <a:ext cx="2948786" cy="4092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STAT TITLE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3A2C5009-2063-7E11-BADF-E11468EF7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034B4E1-C612-4F0A-7A25-EF2BEC042F6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9D82476A-AFF5-82BD-8D40-1BFE73F5F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AAEAD339-0EDC-86DA-69E0-AA33F424E11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BF3A203C-0CE3-ECCF-14F6-AC799D4D3D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7A6CE-C330-9550-0BB3-3299529A249B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363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Numb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CBD68E5C-FDD1-E946-B187-31EC3A415F64}"/>
              </a:ext>
            </a:extLst>
          </p:cNvPr>
          <p:cNvSpPr/>
          <p:nvPr userDrawn="1"/>
        </p:nvSpPr>
        <p:spPr>
          <a:xfrm>
            <a:off x="9132140" y="3790803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2C70FB12-87CA-74A7-0683-D52F0F18760A}"/>
              </a:ext>
            </a:extLst>
          </p:cNvPr>
          <p:cNvSpPr/>
          <p:nvPr userDrawn="1"/>
        </p:nvSpPr>
        <p:spPr>
          <a:xfrm>
            <a:off x="6184867" y="3790803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AC133A5-E7C6-551B-4A5F-3A5633635BB1}"/>
              </a:ext>
            </a:extLst>
          </p:cNvPr>
          <p:cNvSpPr/>
          <p:nvPr userDrawn="1"/>
        </p:nvSpPr>
        <p:spPr>
          <a:xfrm>
            <a:off x="9132140" y="1264886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2F9960C-E2AB-2E26-121E-DD7E98FF219F}"/>
              </a:ext>
            </a:extLst>
          </p:cNvPr>
          <p:cNvSpPr/>
          <p:nvPr userDrawn="1"/>
        </p:nvSpPr>
        <p:spPr>
          <a:xfrm>
            <a:off x="6184867" y="1264886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8665C4-764B-2624-E5D7-EFD48AFF9C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1530" y="5279913"/>
            <a:ext cx="222155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Number 4">
            <a:extLst>
              <a:ext uri="{FF2B5EF4-FFF2-40B4-BE49-F238E27FC236}">
                <a16:creationId xmlns:a16="http://schemas.microsoft.com/office/drawing/2014/main" id="{6E4825CA-19E7-ACA9-887C-94767C8227F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53771" y="4524674"/>
            <a:ext cx="2083512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0F36D56-C3AB-F1C5-7B0A-43DC66577FD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57869" y="5279913"/>
            <a:ext cx="2231349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A28756CF-345F-1512-7CB4-41A53E8C99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55357" y="4524674"/>
            <a:ext cx="2092699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8A38D63-45C9-B210-8016-02516D53E4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361530" y="2744942"/>
            <a:ext cx="222155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Number 2">
            <a:extLst>
              <a:ext uri="{FF2B5EF4-FFF2-40B4-BE49-F238E27FC236}">
                <a16:creationId xmlns:a16="http://schemas.microsoft.com/office/drawing/2014/main" id="{8EEA1E79-2064-AEAD-FA5C-117D6BB8DB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53771" y="1989702"/>
            <a:ext cx="2083512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61E1C6F-6359-B32A-AA99-9334918E8A9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7869" y="2744942"/>
            <a:ext cx="2231349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Number 1">
            <a:extLst>
              <a:ext uri="{FF2B5EF4-FFF2-40B4-BE49-F238E27FC236}">
                <a16:creationId xmlns:a16="http://schemas.microsoft.com/office/drawing/2014/main" id="{2268D589-062D-8D1B-5DE8-DE7B24C7535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5357" y="1989702"/>
            <a:ext cx="2092699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Line 4">
            <a:extLst>
              <a:ext uri="{FF2B5EF4-FFF2-40B4-BE49-F238E27FC236}">
                <a16:creationId xmlns:a16="http://schemas.microsoft.com/office/drawing/2014/main" id="{589FA4C2-AB4F-A3FD-D949-608BBD00F965}"/>
              </a:ext>
            </a:extLst>
          </p:cNvPr>
          <p:cNvCxnSpPr>
            <a:cxnSpLocks/>
          </p:cNvCxnSpPr>
          <p:nvPr userDrawn="1"/>
        </p:nvCxnSpPr>
        <p:spPr>
          <a:xfrm>
            <a:off x="9353771" y="4514288"/>
            <a:ext cx="4785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 3">
            <a:extLst>
              <a:ext uri="{FF2B5EF4-FFF2-40B4-BE49-F238E27FC236}">
                <a16:creationId xmlns:a16="http://schemas.microsoft.com/office/drawing/2014/main" id="{C4F8F11E-9E5A-5AE4-3D6D-271562E6D772}"/>
              </a:ext>
            </a:extLst>
          </p:cNvPr>
          <p:cNvCxnSpPr>
            <a:cxnSpLocks/>
          </p:cNvCxnSpPr>
          <p:nvPr userDrawn="1"/>
        </p:nvCxnSpPr>
        <p:spPr>
          <a:xfrm>
            <a:off x="6455357" y="4514288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 2">
            <a:extLst>
              <a:ext uri="{FF2B5EF4-FFF2-40B4-BE49-F238E27FC236}">
                <a16:creationId xmlns:a16="http://schemas.microsoft.com/office/drawing/2014/main" id="{5DFFD94B-B9D7-1B7D-4201-40A2C6EAB379}"/>
              </a:ext>
            </a:extLst>
          </p:cNvPr>
          <p:cNvCxnSpPr>
            <a:cxnSpLocks/>
          </p:cNvCxnSpPr>
          <p:nvPr userDrawn="1"/>
        </p:nvCxnSpPr>
        <p:spPr>
          <a:xfrm>
            <a:off x="9353771" y="1979317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 1">
            <a:extLst>
              <a:ext uri="{FF2B5EF4-FFF2-40B4-BE49-F238E27FC236}">
                <a16:creationId xmlns:a16="http://schemas.microsoft.com/office/drawing/2014/main" id="{CC0C18DE-1785-7F6A-ADAB-3D81F119AE50}"/>
              </a:ext>
            </a:extLst>
          </p:cNvPr>
          <p:cNvCxnSpPr>
            <a:cxnSpLocks/>
          </p:cNvCxnSpPr>
          <p:nvPr userDrawn="1"/>
        </p:nvCxnSpPr>
        <p:spPr>
          <a:xfrm>
            <a:off x="6455357" y="1979317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34663E41-14FE-7C2C-7AE6-A4914DAD84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367361" y="3893571"/>
            <a:ext cx="2325258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9C6549A1-06BA-04C1-3B7C-1911E55069B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90748" y="3893571"/>
            <a:ext cx="2335511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C9404EA-53F1-3C5C-EA7F-537B6416BF1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67361" y="1378971"/>
            <a:ext cx="2325258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4347463-188F-6F4E-A6C5-B75D09FBC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0748" y="1378971"/>
            <a:ext cx="2335511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D40EA60-5C5D-FEA1-6FDB-0D83E89F58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844801"/>
            <a:ext cx="4844993" cy="3055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852" y="1081986"/>
            <a:ext cx="407873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C5D66EA-09E5-92F4-B901-263FFE54F5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D7538A6-1391-D88C-DF74-962795B0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71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igNumb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2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72057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5" name="Number 3">
            <a:extLst>
              <a:ext uri="{FF2B5EF4-FFF2-40B4-BE49-F238E27FC236}">
                <a16:creationId xmlns:a16="http://schemas.microsoft.com/office/drawing/2014/main" id="{6A29DB62-3418-FBA4-CD04-CBE81E98F98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7693" y="4695649"/>
            <a:ext cx="3721407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4" name="Number 2">
            <a:extLst>
              <a:ext uri="{FF2B5EF4-FFF2-40B4-BE49-F238E27FC236}">
                <a16:creationId xmlns:a16="http://schemas.microsoft.com/office/drawing/2014/main" id="{A8D1C83F-2144-2CEA-B141-5548DC5918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55724" y="4695649"/>
            <a:ext cx="3659389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37" name="Number 1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081" y="4695649"/>
            <a:ext cx="3659389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65283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83388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02078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F66A6DD-E6C4-E9E8-4D1D-7DFB77D1D1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DA2D64B-E8D1-070F-97DF-1B0E0B7B0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80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ilver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gradFill flip="none" rotWithShape="1">
            <a:gsLst>
              <a:gs pos="0">
                <a:schemeClr val="bg2">
                  <a:lumMod val="90000"/>
                  <a:alpha val="4000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2" y="2819401"/>
            <a:ext cx="3643111" cy="3402013"/>
          </a:xfrm>
          <a:prstGeom prst="snip2SameRect">
            <a:avLst>
              <a:gd name="adj1" fmla="val 2233"/>
              <a:gd name="adj2" fmla="val 2240"/>
            </a:avLst>
          </a:prstGeom>
          <a:gradFill flip="none" rotWithShape="1">
            <a:gsLst>
              <a:gs pos="0">
                <a:schemeClr val="bg2">
                  <a:lumMod val="90000"/>
                  <a:alpha val="4000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gradFill>
            <a:gsLst>
              <a:gs pos="0">
                <a:schemeClr val="bg2">
                  <a:lumMod val="90000"/>
                  <a:alpha val="30551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7556" y="5029500"/>
            <a:ext cx="3277055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1625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9600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3400" y="5031233"/>
            <a:ext cx="326797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6196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7556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2162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3400" y="3077723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0" y="1076098"/>
            <a:ext cx="5640239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B2CA0E5-E601-09BD-D36D-01DBF38373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B08C755-CD37-0C6B-0863-51A1DD7BA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302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lue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22144" y="2819401"/>
            <a:ext cx="3714238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49" y="2819401"/>
            <a:ext cx="3651725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899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5800" y="5029500"/>
            <a:ext cx="3277055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33482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31457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327" y="5029500"/>
            <a:ext cx="326797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4463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5800" y="3085453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33482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5327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40240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AC653B9-75EC-EF7E-9E25-364828FF1F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ED7A0820-2A21-DD8D-AB5A-0018CE2AE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159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Orange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3" y="2819401"/>
            <a:ext cx="363234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669932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7556" y="5029500"/>
            <a:ext cx="3241257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1626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9600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326" y="5029500"/>
            <a:ext cx="3267979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4463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755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2162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5326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02078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91F0DF5-8C1D-6E19-3E9B-9FE9408316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EECC947-FD8C-339F-3E12-16AA2BC0C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D8E246-0F26-3731-EEFC-2AED3C64C616}"/>
              </a:ext>
            </a:extLst>
          </p:cNvPr>
          <p:cNvCxnSpPr>
            <a:cxnSpLocks/>
          </p:cNvCxnSpPr>
          <p:nvPr userDrawn="1"/>
        </p:nvCxnSpPr>
        <p:spPr>
          <a:xfrm>
            <a:off x="4953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8898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2E8451B3-DB59-8EB7-690F-5BDD6A34688B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342900" y="2232026"/>
            <a:ext cx="11419728" cy="39862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D8FC7B1-E01F-D112-8A52-0F7F0D1561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5FDF653-8226-B6C7-9E2F-F262E0C4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786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Horizontal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59FD0779-A6DC-79CC-2750-DCF6CA241448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342900" y="2851150"/>
            <a:ext cx="11429941" cy="337978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4B2D13F-1565-5AF2-D305-1A9B403FDC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7600" y="1076098"/>
            <a:ext cx="5651501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328F56B-BA0C-D18D-FF20-775A3DFA71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E1757262-6282-0DA1-8B34-A01C382FC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947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Vertical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6008072" y="-1339"/>
            <a:ext cx="6183928" cy="6858000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A3668396-EEC7-F5C9-5CC9-FD460A1C9E5F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6208860" y="1082675"/>
            <a:ext cx="5602039" cy="5216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DF1E2C6-5A96-66EA-963D-0551C20004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844800"/>
            <a:ext cx="4847145" cy="31797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C083D7F-6396-2227-3FD9-F162E7EAB0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436ECD3-EDEF-8A25-B1E0-B23F68A4A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706E76-55F7-AECE-E4D7-2FEE5E34DB68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419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-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11D84B5-B3C1-D5BE-7934-3AAB4223ECED}"/>
              </a:ext>
            </a:extLst>
          </p:cNvPr>
          <p:cNvGrpSpPr/>
          <p:nvPr userDrawn="1"/>
        </p:nvGrpSpPr>
        <p:grpSpPr>
          <a:xfrm>
            <a:off x="3015667" y="1889288"/>
            <a:ext cx="287809" cy="287734"/>
            <a:chOff x="2630834" y="2193547"/>
            <a:chExt cx="287734" cy="287734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F0FBF25-587C-3F74-DE3A-B1E0F67CFA92}"/>
                </a:ext>
              </a:extLst>
            </p:cNvPr>
            <p:cNvSpPr/>
            <p:nvPr/>
          </p:nvSpPr>
          <p:spPr>
            <a:xfrm>
              <a:off x="2630834" y="2193547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D6E8B0FF-3C10-7DEA-2F57-0E63B986A26F}"/>
                </a:ext>
              </a:extLst>
            </p:cNvPr>
            <p:cNvSpPr/>
            <p:nvPr/>
          </p:nvSpPr>
          <p:spPr>
            <a:xfrm>
              <a:off x="2694775" y="2257488"/>
              <a:ext cx="159852" cy="159852"/>
            </a:xfrm>
            <a:custGeom>
              <a:avLst/>
              <a:gdLst>
                <a:gd name="csX0" fmla="*/ 138539 w 159852"/>
                <a:gd name="csY0" fmla="*/ 21314 h 159852"/>
                <a:gd name="csX1" fmla="*/ 21314 w 159852"/>
                <a:gd name="csY1" fmla="*/ 21314 h 159852"/>
                <a:gd name="csX2" fmla="*/ 21314 w 159852"/>
                <a:gd name="csY2" fmla="*/ 138539 h 159852"/>
                <a:gd name="csX3" fmla="*/ 138539 w 159852"/>
                <a:gd name="csY3" fmla="*/ 138539 h 159852"/>
                <a:gd name="csX4" fmla="*/ 138539 w 159852"/>
                <a:gd name="csY4" fmla="*/ 21314 h 159852"/>
                <a:gd name="csX5" fmla="*/ 159852 w 159852"/>
                <a:gd name="csY5" fmla="*/ 138539 h 159852"/>
                <a:gd name="csX6" fmla="*/ 138539 w 159852"/>
                <a:gd name="csY6" fmla="*/ 159852 h 159852"/>
                <a:gd name="csX7" fmla="*/ 21314 w 159852"/>
                <a:gd name="csY7" fmla="*/ 159852 h 159852"/>
                <a:gd name="csX8" fmla="*/ 0 w 159852"/>
                <a:gd name="csY8" fmla="*/ 138539 h 159852"/>
                <a:gd name="csX9" fmla="*/ 0 w 159852"/>
                <a:gd name="csY9" fmla="*/ 21314 h 159852"/>
                <a:gd name="csX10" fmla="*/ 21314 w 159852"/>
                <a:gd name="csY10" fmla="*/ 0 h 159852"/>
                <a:gd name="csX11" fmla="*/ 138539 w 159852"/>
                <a:gd name="csY11" fmla="*/ 0 h 159852"/>
                <a:gd name="csX12" fmla="*/ 159852 w 159852"/>
                <a:gd name="csY12" fmla="*/ 21314 h 159852"/>
                <a:gd name="csX13" fmla="*/ 159852 w 159852"/>
                <a:gd name="csY13" fmla="*/ 138539 h 159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9852" h="159852">
                  <a:moveTo>
                    <a:pt x="138539" y="21314"/>
                  </a:moveTo>
                  <a:lnTo>
                    <a:pt x="21314" y="21314"/>
                  </a:lnTo>
                  <a:lnTo>
                    <a:pt x="21314" y="138539"/>
                  </a:lnTo>
                  <a:lnTo>
                    <a:pt x="138539" y="138539"/>
                  </a:lnTo>
                  <a:lnTo>
                    <a:pt x="138539" y="21314"/>
                  </a:lnTo>
                  <a:close/>
                  <a:moveTo>
                    <a:pt x="159852" y="138539"/>
                  </a:moveTo>
                  <a:lnTo>
                    <a:pt x="138539" y="159852"/>
                  </a:lnTo>
                  <a:lnTo>
                    <a:pt x="21314" y="159852"/>
                  </a:lnTo>
                  <a:lnTo>
                    <a:pt x="0" y="138539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D601B356-B5CD-1528-0901-F43D3A71F32A}"/>
                </a:ext>
              </a:extLst>
            </p:cNvPr>
            <p:cNvSpPr/>
            <p:nvPr/>
          </p:nvSpPr>
          <p:spPr>
            <a:xfrm>
              <a:off x="2764044" y="2326758"/>
              <a:ext cx="21313" cy="21313"/>
            </a:xfrm>
            <a:custGeom>
              <a:avLst/>
              <a:gdLst>
                <a:gd name="csX0" fmla="*/ 0 w 21313"/>
                <a:gd name="csY0" fmla="*/ 0 h 21313"/>
                <a:gd name="csX1" fmla="*/ 21314 w 21313"/>
                <a:gd name="csY1" fmla="*/ 0 h 21313"/>
                <a:gd name="csX2" fmla="*/ 21314 w 21313"/>
                <a:gd name="csY2" fmla="*/ 21314 h 21313"/>
                <a:gd name="csX3" fmla="*/ 0 w 21313"/>
                <a:gd name="csY3" fmla="*/ 21314 h 21313"/>
                <a:gd name="csX4" fmla="*/ 0 w 21313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1313">
                  <a:moveTo>
                    <a:pt x="0" y="0"/>
                  </a:moveTo>
                  <a:lnTo>
                    <a:pt x="21314" y="0"/>
                  </a:lnTo>
                  <a:lnTo>
                    <a:pt x="21314" y="21314"/>
                  </a:lnTo>
                  <a:lnTo>
                    <a:pt x="0" y="2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75D939A-2388-3380-66A6-4197D69C51A8}"/>
              </a:ext>
            </a:extLst>
          </p:cNvPr>
          <p:cNvGrpSpPr/>
          <p:nvPr userDrawn="1"/>
        </p:nvGrpSpPr>
        <p:grpSpPr>
          <a:xfrm>
            <a:off x="712924" y="2848403"/>
            <a:ext cx="287809" cy="287734"/>
            <a:chOff x="584722" y="3152662"/>
            <a:chExt cx="287734" cy="287734"/>
          </a:xfrm>
        </p:grpSpPr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2DE9C12B-D76E-2D7D-6524-BFFE743EB485}"/>
                </a:ext>
              </a:extLst>
            </p:cNvPr>
            <p:cNvSpPr/>
            <p:nvPr/>
          </p:nvSpPr>
          <p:spPr>
            <a:xfrm>
              <a:off x="584722" y="3227260"/>
              <a:ext cx="106568" cy="213136"/>
            </a:xfrm>
            <a:custGeom>
              <a:avLst/>
              <a:gdLst>
                <a:gd name="csX0" fmla="*/ 85255 w 106568"/>
                <a:gd name="csY0" fmla="*/ 21314 h 213136"/>
                <a:gd name="csX1" fmla="*/ 21314 w 106568"/>
                <a:gd name="csY1" fmla="*/ 21314 h 213136"/>
                <a:gd name="csX2" fmla="*/ 21314 w 106568"/>
                <a:gd name="csY2" fmla="*/ 191823 h 213136"/>
                <a:gd name="csX3" fmla="*/ 85255 w 106568"/>
                <a:gd name="csY3" fmla="*/ 191823 h 213136"/>
                <a:gd name="csX4" fmla="*/ 85255 w 106568"/>
                <a:gd name="csY4" fmla="*/ 21314 h 213136"/>
                <a:gd name="csX5" fmla="*/ 106568 w 106568"/>
                <a:gd name="csY5" fmla="*/ 213137 h 213136"/>
                <a:gd name="csX6" fmla="*/ 0 w 106568"/>
                <a:gd name="csY6" fmla="*/ 213137 h 213136"/>
                <a:gd name="csX7" fmla="*/ 0 w 106568"/>
                <a:gd name="csY7" fmla="*/ 21314 h 213136"/>
                <a:gd name="csX8" fmla="*/ 21314 w 106568"/>
                <a:gd name="csY8" fmla="*/ 0 h 213136"/>
                <a:gd name="csX9" fmla="*/ 106568 w 106568"/>
                <a:gd name="csY9" fmla="*/ 0 h 213136"/>
                <a:gd name="csX10" fmla="*/ 106568 w 106568"/>
                <a:gd name="csY10" fmla="*/ 213137 h 213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568" h="213136">
                  <a:moveTo>
                    <a:pt x="85255" y="21314"/>
                  </a:moveTo>
                  <a:lnTo>
                    <a:pt x="21314" y="21314"/>
                  </a:lnTo>
                  <a:lnTo>
                    <a:pt x="21314" y="191823"/>
                  </a:lnTo>
                  <a:lnTo>
                    <a:pt x="85255" y="191823"/>
                  </a:lnTo>
                  <a:lnTo>
                    <a:pt x="85255" y="21314"/>
                  </a:lnTo>
                  <a:close/>
                  <a:moveTo>
                    <a:pt x="106568" y="213137"/>
                  </a:moveTo>
                  <a:lnTo>
                    <a:pt x="0" y="21313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06568" y="0"/>
                  </a:lnTo>
                  <a:lnTo>
                    <a:pt x="106568" y="21313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FC8FF1B0-193A-6509-36ED-90CCFF7069A0}"/>
                </a:ext>
              </a:extLst>
            </p:cNvPr>
            <p:cNvSpPr/>
            <p:nvPr/>
          </p:nvSpPr>
          <p:spPr>
            <a:xfrm>
              <a:off x="669977" y="3152662"/>
              <a:ext cx="117225" cy="287734"/>
            </a:xfrm>
            <a:custGeom>
              <a:avLst/>
              <a:gdLst>
                <a:gd name="csX0" fmla="*/ 95911 w 117225"/>
                <a:gd name="csY0" fmla="*/ 21314 h 287734"/>
                <a:gd name="csX1" fmla="*/ 21314 w 117225"/>
                <a:gd name="csY1" fmla="*/ 21314 h 287734"/>
                <a:gd name="csX2" fmla="*/ 21314 w 117225"/>
                <a:gd name="csY2" fmla="*/ 266421 h 287734"/>
                <a:gd name="csX3" fmla="*/ 95911 w 117225"/>
                <a:gd name="csY3" fmla="*/ 266421 h 287734"/>
                <a:gd name="csX4" fmla="*/ 95911 w 117225"/>
                <a:gd name="csY4" fmla="*/ 21314 h 287734"/>
                <a:gd name="csX5" fmla="*/ 117225 w 117225"/>
                <a:gd name="csY5" fmla="*/ 287734 h 287734"/>
                <a:gd name="csX6" fmla="*/ 0 w 117225"/>
                <a:gd name="csY6" fmla="*/ 287734 h 287734"/>
                <a:gd name="csX7" fmla="*/ 0 w 117225"/>
                <a:gd name="csY7" fmla="*/ 0 h 287734"/>
                <a:gd name="csX8" fmla="*/ 117225 w 117225"/>
                <a:gd name="csY8" fmla="*/ 0 h 287734"/>
                <a:gd name="csX9" fmla="*/ 117225 w 117225"/>
                <a:gd name="csY9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7225" h="287734">
                  <a:moveTo>
                    <a:pt x="9591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95911" y="266421"/>
                  </a:lnTo>
                  <a:lnTo>
                    <a:pt x="95911" y="21314"/>
                  </a:lnTo>
                  <a:close/>
                  <a:moveTo>
                    <a:pt x="117225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117225" y="0"/>
                  </a:lnTo>
                  <a:lnTo>
                    <a:pt x="117225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92129B75-4D2F-EC63-B018-BC1CCDDC13E1}"/>
                </a:ext>
              </a:extLst>
            </p:cNvPr>
            <p:cNvSpPr/>
            <p:nvPr/>
          </p:nvSpPr>
          <p:spPr>
            <a:xfrm>
              <a:off x="765888" y="3269887"/>
              <a:ext cx="106568" cy="170509"/>
            </a:xfrm>
            <a:custGeom>
              <a:avLst/>
              <a:gdLst>
                <a:gd name="csX0" fmla="*/ 85255 w 106568"/>
                <a:gd name="csY0" fmla="*/ 21314 h 170509"/>
                <a:gd name="csX1" fmla="*/ 21314 w 106568"/>
                <a:gd name="csY1" fmla="*/ 21314 h 170509"/>
                <a:gd name="csX2" fmla="*/ 21314 w 106568"/>
                <a:gd name="csY2" fmla="*/ 149196 h 170509"/>
                <a:gd name="csX3" fmla="*/ 85255 w 106568"/>
                <a:gd name="csY3" fmla="*/ 149196 h 170509"/>
                <a:gd name="csX4" fmla="*/ 85255 w 106568"/>
                <a:gd name="csY4" fmla="*/ 21314 h 170509"/>
                <a:gd name="csX5" fmla="*/ 106568 w 106568"/>
                <a:gd name="csY5" fmla="*/ 170509 h 170509"/>
                <a:gd name="csX6" fmla="*/ 0 w 106568"/>
                <a:gd name="csY6" fmla="*/ 170509 h 170509"/>
                <a:gd name="csX7" fmla="*/ 0 w 106568"/>
                <a:gd name="csY7" fmla="*/ 0 h 170509"/>
                <a:gd name="csX8" fmla="*/ 85255 w 106568"/>
                <a:gd name="csY8" fmla="*/ 0 h 170509"/>
                <a:gd name="csX9" fmla="*/ 106568 w 106568"/>
                <a:gd name="csY9" fmla="*/ 21314 h 170509"/>
                <a:gd name="csX10" fmla="*/ 106568 w 106568"/>
                <a:gd name="csY10" fmla="*/ 170509 h 1705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568" h="170509">
                  <a:moveTo>
                    <a:pt x="85255" y="21314"/>
                  </a:moveTo>
                  <a:lnTo>
                    <a:pt x="21314" y="21314"/>
                  </a:lnTo>
                  <a:lnTo>
                    <a:pt x="21314" y="149196"/>
                  </a:lnTo>
                  <a:lnTo>
                    <a:pt x="85255" y="149196"/>
                  </a:lnTo>
                  <a:lnTo>
                    <a:pt x="85255" y="21314"/>
                  </a:lnTo>
                  <a:close/>
                  <a:moveTo>
                    <a:pt x="106568" y="170509"/>
                  </a:moveTo>
                  <a:lnTo>
                    <a:pt x="0" y="170509"/>
                  </a:lnTo>
                  <a:lnTo>
                    <a:pt x="0" y="0"/>
                  </a:lnTo>
                  <a:lnTo>
                    <a:pt x="85255" y="0"/>
                  </a:lnTo>
                  <a:lnTo>
                    <a:pt x="106568" y="21314"/>
                  </a:lnTo>
                  <a:lnTo>
                    <a:pt x="106568" y="17050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D8A9B22-841E-A519-ABEC-91CD0134B3EF}"/>
              </a:ext>
            </a:extLst>
          </p:cNvPr>
          <p:cNvGrpSpPr/>
          <p:nvPr userDrawn="1"/>
        </p:nvGrpSpPr>
        <p:grpSpPr>
          <a:xfrm>
            <a:off x="712072" y="3807517"/>
            <a:ext cx="289834" cy="287734"/>
            <a:chOff x="583870" y="4111776"/>
            <a:chExt cx="289759" cy="287734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10C922D-075E-ED22-CD4B-B5066FFA006C}"/>
                </a:ext>
              </a:extLst>
            </p:cNvPr>
            <p:cNvSpPr/>
            <p:nvPr/>
          </p:nvSpPr>
          <p:spPr>
            <a:xfrm>
              <a:off x="583870" y="4111776"/>
              <a:ext cx="289759" cy="287734"/>
            </a:xfrm>
            <a:custGeom>
              <a:avLst/>
              <a:gdLst>
                <a:gd name="csX0" fmla="*/ 125591 w 289759"/>
                <a:gd name="csY0" fmla="*/ 6607 h 287734"/>
                <a:gd name="csX1" fmla="*/ 3037 w 289759"/>
                <a:gd name="csY1" fmla="*/ 257043 h 287734"/>
                <a:gd name="csX2" fmla="*/ 0 w 289759"/>
                <a:gd name="csY2" fmla="*/ 263277 h 287734"/>
                <a:gd name="csX3" fmla="*/ 20248 w 289759"/>
                <a:gd name="csY3" fmla="*/ 287734 h 287734"/>
                <a:gd name="csX4" fmla="*/ 270683 w 289759"/>
                <a:gd name="csY4" fmla="*/ 287734 h 287734"/>
                <a:gd name="csX5" fmla="*/ 289759 w 289759"/>
                <a:gd name="csY5" fmla="*/ 263863 h 287734"/>
                <a:gd name="csX6" fmla="*/ 286402 w 289759"/>
                <a:gd name="csY6" fmla="*/ 257043 h 287734"/>
                <a:gd name="csX7" fmla="*/ 163849 w 289759"/>
                <a:gd name="csY7" fmla="*/ 6607 h 287734"/>
                <a:gd name="csX8" fmla="*/ 160598 w 289759"/>
                <a:gd name="csY8" fmla="*/ 0 h 287734"/>
                <a:gd name="csX9" fmla="*/ 128788 w 289759"/>
                <a:gd name="csY9" fmla="*/ 0 h 287734"/>
                <a:gd name="csX10" fmla="*/ 125537 w 289759"/>
                <a:gd name="csY10" fmla="*/ 6607 h 287734"/>
                <a:gd name="csX11" fmla="*/ 267273 w 289759"/>
                <a:gd name="csY11" fmla="*/ 266421 h 287734"/>
                <a:gd name="csX12" fmla="*/ 22166 w 289759"/>
                <a:gd name="csY12" fmla="*/ 266421 h 287734"/>
                <a:gd name="csX13" fmla="*/ 144720 w 289759"/>
                <a:gd name="csY13" fmla="*/ 15985 h 287734"/>
                <a:gd name="csX14" fmla="*/ 267273 w 289759"/>
                <a:gd name="csY14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9759" h="287734">
                  <a:moveTo>
                    <a:pt x="125591" y="6607"/>
                  </a:moveTo>
                  <a:lnTo>
                    <a:pt x="3037" y="257043"/>
                  </a:lnTo>
                  <a:lnTo>
                    <a:pt x="0" y="263277"/>
                  </a:lnTo>
                  <a:lnTo>
                    <a:pt x="20248" y="287734"/>
                  </a:lnTo>
                  <a:lnTo>
                    <a:pt x="270683" y="287734"/>
                  </a:lnTo>
                  <a:lnTo>
                    <a:pt x="289759" y="263863"/>
                  </a:lnTo>
                  <a:lnTo>
                    <a:pt x="286402" y="257043"/>
                  </a:lnTo>
                  <a:lnTo>
                    <a:pt x="163849" y="6607"/>
                  </a:lnTo>
                  <a:lnTo>
                    <a:pt x="160598" y="0"/>
                  </a:lnTo>
                  <a:lnTo>
                    <a:pt x="128788" y="0"/>
                  </a:lnTo>
                  <a:lnTo>
                    <a:pt x="125537" y="6607"/>
                  </a:lnTo>
                  <a:close/>
                  <a:moveTo>
                    <a:pt x="267273" y="266421"/>
                  </a:moveTo>
                  <a:lnTo>
                    <a:pt x="22166" y="266421"/>
                  </a:lnTo>
                  <a:lnTo>
                    <a:pt x="144720" y="15985"/>
                  </a:lnTo>
                  <a:lnTo>
                    <a:pt x="267273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47EF7137-3FDA-FCE8-1465-B61E5C47F09E}"/>
                </a:ext>
              </a:extLst>
            </p:cNvPr>
            <p:cNvSpPr/>
            <p:nvPr/>
          </p:nvSpPr>
          <p:spPr>
            <a:xfrm>
              <a:off x="713563" y="4319584"/>
              <a:ext cx="30158" cy="30158"/>
            </a:xfrm>
            <a:custGeom>
              <a:avLst/>
              <a:gdLst>
                <a:gd name="csX0" fmla="*/ 0 w 30158"/>
                <a:gd name="csY0" fmla="*/ 15079 h 30158"/>
                <a:gd name="csX1" fmla="*/ 15079 w 30158"/>
                <a:gd name="csY1" fmla="*/ 0 h 30158"/>
                <a:gd name="csX2" fmla="*/ 30159 w 30158"/>
                <a:gd name="csY2" fmla="*/ 15079 h 30158"/>
                <a:gd name="csX3" fmla="*/ 15079 w 30158"/>
                <a:gd name="csY3" fmla="*/ 30159 h 30158"/>
                <a:gd name="csX4" fmla="*/ 0 w 30158"/>
                <a:gd name="csY4" fmla="*/ 15079 h 301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58" h="30158">
                  <a:moveTo>
                    <a:pt x="0" y="15079"/>
                  </a:moveTo>
                  <a:lnTo>
                    <a:pt x="15079" y="0"/>
                  </a:lnTo>
                  <a:lnTo>
                    <a:pt x="30159" y="15079"/>
                  </a:lnTo>
                  <a:lnTo>
                    <a:pt x="15079" y="30159"/>
                  </a:lnTo>
                  <a:lnTo>
                    <a:pt x="0" y="150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286E4E09-D1DF-8C6E-80E5-58E8BC76F655}"/>
                </a:ext>
              </a:extLst>
            </p:cNvPr>
            <p:cNvSpPr/>
            <p:nvPr/>
          </p:nvSpPr>
          <p:spPr>
            <a:xfrm>
              <a:off x="717933" y="4207688"/>
              <a:ext cx="21313" cy="101239"/>
            </a:xfrm>
            <a:custGeom>
              <a:avLst/>
              <a:gdLst>
                <a:gd name="csX0" fmla="*/ 0 w 21313"/>
                <a:gd name="csY0" fmla="*/ 0 h 101239"/>
                <a:gd name="csX1" fmla="*/ 21314 w 21313"/>
                <a:gd name="csY1" fmla="*/ 0 h 101239"/>
                <a:gd name="csX2" fmla="*/ 21314 w 21313"/>
                <a:gd name="csY2" fmla="*/ 101240 h 101239"/>
                <a:gd name="csX3" fmla="*/ 0 w 21313"/>
                <a:gd name="csY3" fmla="*/ 101240 h 101239"/>
                <a:gd name="csX4" fmla="*/ 0 w 21313"/>
                <a:gd name="csY4" fmla="*/ 0 h 101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01239">
                  <a:moveTo>
                    <a:pt x="0" y="0"/>
                  </a:moveTo>
                  <a:lnTo>
                    <a:pt x="21314" y="0"/>
                  </a:lnTo>
                  <a:lnTo>
                    <a:pt x="21314" y="101240"/>
                  </a:lnTo>
                  <a:lnTo>
                    <a:pt x="0" y="101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A68F542-69B8-091F-B150-5E5568E92762}"/>
              </a:ext>
            </a:extLst>
          </p:cNvPr>
          <p:cNvGrpSpPr/>
          <p:nvPr userDrawn="1"/>
        </p:nvGrpSpPr>
        <p:grpSpPr>
          <a:xfrm>
            <a:off x="712924" y="5725746"/>
            <a:ext cx="287809" cy="287734"/>
            <a:chOff x="584722" y="6030005"/>
            <a:chExt cx="287734" cy="287734"/>
          </a:xfrm>
        </p:grpSpPr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BCB29FE2-3CB3-A1D4-B05E-9A874A00440F}"/>
                </a:ext>
              </a:extLst>
            </p:cNvPr>
            <p:cNvSpPr/>
            <p:nvPr/>
          </p:nvSpPr>
          <p:spPr>
            <a:xfrm>
              <a:off x="584722" y="6030005"/>
              <a:ext cx="287734" cy="287734"/>
            </a:xfrm>
            <a:custGeom>
              <a:avLst/>
              <a:gdLst>
                <a:gd name="csX0" fmla="*/ 198377 w 287734"/>
                <a:gd name="csY0" fmla="*/ 21314 h 287734"/>
                <a:gd name="csX1" fmla="*/ 89411 w 287734"/>
                <a:gd name="csY1" fmla="*/ 21314 h 287734"/>
                <a:gd name="csX2" fmla="*/ 21314 w 287734"/>
                <a:gd name="csY2" fmla="*/ 89411 h 287734"/>
                <a:gd name="csX3" fmla="*/ 21314 w 287734"/>
                <a:gd name="csY3" fmla="*/ 198377 h 287734"/>
                <a:gd name="csX4" fmla="*/ 89411 w 287734"/>
                <a:gd name="csY4" fmla="*/ 266474 h 287734"/>
                <a:gd name="csX5" fmla="*/ 198377 w 287734"/>
                <a:gd name="csY5" fmla="*/ 266474 h 287734"/>
                <a:gd name="csX6" fmla="*/ 266474 w 287734"/>
                <a:gd name="csY6" fmla="*/ 198377 h 287734"/>
                <a:gd name="csX7" fmla="*/ 266474 w 287734"/>
                <a:gd name="csY7" fmla="*/ 89411 h 287734"/>
                <a:gd name="csX8" fmla="*/ 198377 w 287734"/>
                <a:gd name="csY8" fmla="*/ 21314 h 287734"/>
                <a:gd name="csX9" fmla="*/ 287734 w 287734"/>
                <a:gd name="csY9" fmla="*/ 207169 h 287734"/>
                <a:gd name="csX10" fmla="*/ 207169 w 287734"/>
                <a:gd name="csY10" fmla="*/ 287734 h 287734"/>
                <a:gd name="csX11" fmla="*/ 80566 w 287734"/>
                <a:gd name="csY11" fmla="*/ 287734 h 287734"/>
                <a:gd name="csX12" fmla="*/ 0 w 287734"/>
                <a:gd name="csY12" fmla="*/ 207169 h 287734"/>
                <a:gd name="csX13" fmla="*/ 0 w 287734"/>
                <a:gd name="csY13" fmla="*/ 80566 h 287734"/>
                <a:gd name="csX14" fmla="*/ 80566 w 287734"/>
                <a:gd name="csY14" fmla="*/ 0 h 287734"/>
                <a:gd name="csX15" fmla="*/ 207169 w 287734"/>
                <a:gd name="csY15" fmla="*/ 0 h 287734"/>
                <a:gd name="csX16" fmla="*/ 287734 w 287734"/>
                <a:gd name="csY16" fmla="*/ 80566 h 287734"/>
                <a:gd name="csX17" fmla="*/ 287734 w 287734"/>
                <a:gd name="csY17" fmla="*/ 207169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198377" y="21314"/>
                  </a:moveTo>
                  <a:lnTo>
                    <a:pt x="89411" y="21314"/>
                  </a:lnTo>
                  <a:lnTo>
                    <a:pt x="21314" y="89411"/>
                  </a:lnTo>
                  <a:lnTo>
                    <a:pt x="21314" y="198377"/>
                  </a:lnTo>
                  <a:lnTo>
                    <a:pt x="89411" y="266474"/>
                  </a:lnTo>
                  <a:lnTo>
                    <a:pt x="198377" y="266474"/>
                  </a:lnTo>
                  <a:lnTo>
                    <a:pt x="266474" y="198377"/>
                  </a:lnTo>
                  <a:lnTo>
                    <a:pt x="266474" y="89411"/>
                  </a:lnTo>
                  <a:lnTo>
                    <a:pt x="198377" y="21314"/>
                  </a:lnTo>
                  <a:close/>
                  <a:moveTo>
                    <a:pt x="287734" y="207169"/>
                  </a:moveTo>
                  <a:lnTo>
                    <a:pt x="207169" y="287734"/>
                  </a:lnTo>
                  <a:lnTo>
                    <a:pt x="80566" y="287734"/>
                  </a:lnTo>
                  <a:lnTo>
                    <a:pt x="0" y="207169"/>
                  </a:lnTo>
                  <a:lnTo>
                    <a:pt x="0" y="80566"/>
                  </a:lnTo>
                  <a:lnTo>
                    <a:pt x="80566" y="0"/>
                  </a:lnTo>
                  <a:lnTo>
                    <a:pt x="207169" y="0"/>
                  </a:lnTo>
                  <a:lnTo>
                    <a:pt x="287734" y="80566"/>
                  </a:lnTo>
                  <a:lnTo>
                    <a:pt x="287734" y="20716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FF8E915E-D05F-76F9-1F76-EA68D04DAFC7}"/>
                </a:ext>
              </a:extLst>
            </p:cNvPr>
            <p:cNvSpPr/>
            <p:nvPr/>
          </p:nvSpPr>
          <p:spPr>
            <a:xfrm>
              <a:off x="676478" y="6095109"/>
              <a:ext cx="103584" cy="158050"/>
            </a:xfrm>
            <a:custGeom>
              <a:avLst/>
              <a:gdLst>
                <a:gd name="csX0" fmla="*/ 41455 w 103584"/>
                <a:gd name="csY0" fmla="*/ 136257 h 158050"/>
                <a:gd name="csX1" fmla="*/ 62769 w 103584"/>
                <a:gd name="csY1" fmla="*/ 136257 h 158050"/>
                <a:gd name="csX2" fmla="*/ 62769 w 103584"/>
                <a:gd name="csY2" fmla="*/ 158051 h 158050"/>
                <a:gd name="csX3" fmla="*/ 41455 w 103584"/>
                <a:gd name="csY3" fmla="*/ 158051 h 158050"/>
                <a:gd name="csX4" fmla="*/ 41455 w 103584"/>
                <a:gd name="csY4" fmla="*/ 136257 h 158050"/>
                <a:gd name="csX5" fmla="*/ 41455 w 103584"/>
                <a:gd name="csY5" fmla="*/ 92458 h 158050"/>
                <a:gd name="csX6" fmla="*/ 48755 w 103584"/>
                <a:gd name="csY6" fmla="*/ 82334 h 158050"/>
                <a:gd name="csX7" fmla="*/ 48755 w 103584"/>
                <a:gd name="csY7" fmla="*/ 82334 h 158050"/>
                <a:gd name="csX8" fmla="*/ 48968 w 103584"/>
                <a:gd name="csY8" fmla="*/ 82227 h 158050"/>
                <a:gd name="csX9" fmla="*/ 50034 w 103584"/>
                <a:gd name="csY9" fmla="*/ 81854 h 158050"/>
                <a:gd name="csX10" fmla="*/ 54137 w 103584"/>
                <a:gd name="csY10" fmla="*/ 80149 h 158050"/>
                <a:gd name="csX11" fmla="*/ 66605 w 103584"/>
                <a:gd name="csY11" fmla="*/ 73382 h 158050"/>
                <a:gd name="csX12" fmla="*/ 82271 w 103584"/>
                <a:gd name="csY12" fmla="*/ 51589 h 158050"/>
                <a:gd name="csX13" fmla="*/ 82271 w 103584"/>
                <a:gd name="csY13" fmla="*/ 51589 h 158050"/>
                <a:gd name="csX14" fmla="*/ 75184 w 103584"/>
                <a:gd name="csY14" fmla="*/ 32087 h 158050"/>
                <a:gd name="csX15" fmla="*/ 57174 w 103584"/>
                <a:gd name="csY15" fmla="*/ 21750 h 158050"/>
                <a:gd name="csX16" fmla="*/ 36766 w 103584"/>
                <a:gd name="csY16" fmla="*/ 25480 h 158050"/>
                <a:gd name="csX17" fmla="*/ 23605 w 103584"/>
                <a:gd name="csY17" fmla="*/ 41518 h 158050"/>
                <a:gd name="csX18" fmla="*/ 20088 w 103584"/>
                <a:gd name="csY18" fmla="*/ 51589 h 158050"/>
                <a:gd name="csX19" fmla="*/ 0 w 103584"/>
                <a:gd name="csY19" fmla="*/ 44502 h 158050"/>
                <a:gd name="csX20" fmla="*/ 3517 w 103584"/>
                <a:gd name="csY20" fmla="*/ 34431 h 158050"/>
                <a:gd name="csX21" fmla="*/ 26003 w 103584"/>
                <a:gd name="csY21" fmla="*/ 7097 h 158050"/>
                <a:gd name="csX22" fmla="*/ 60797 w 103584"/>
                <a:gd name="csY22" fmla="*/ 756 h 158050"/>
                <a:gd name="csX23" fmla="*/ 91489 w 103584"/>
                <a:gd name="csY23" fmla="*/ 18339 h 158050"/>
                <a:gd name="csX24" fmla="*/ 103584 w 103584"/>
                <a:gd name="csY24" fmla="*/ 51589 h 158050"/>
                <a:gd name="csX25" fmla="*/ 78434 w 103584"/>
                <a:gd name="csY25" fmla="*/ 91072 h 158050"/>
                <a:gd name="csX26" fmla="*/ 62822 w 103584"/>
                <a:gd name="csY26" fmla="*/ 99598 h 158050"/>
                <a:gd name="csX27" fmla="*/ 62822 w 103584"/>
                <a:gd name="csY27" fmla="*/ 99598 h 158050"/>
                <a:gd name="csX28" fmla="*/ 62822 w 103584"/>
                <a:gd name="csY28" fmla="*/ 116595 h 158050"/>
                <a:gd name="csX29" fmla="*/ 41508 w 103584"/>
                <a:gd name="csY29" fmla="*/ 116595 h 158050"/>
                <a:gd name="csX30" fmla="*/ 41508 w 103584"/>
                <a:gd name="csY30" fmla="*/ 92405 h 158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3584" h="158050">
                  <a:moveTo>
                    <a:pt x="41455" y="136257"/>
                  </a:moveTo>
                  <a:lnTo>
                    <a:pt x="62769" y="136257"/>
                  </a:lnTo>
                  <a:lnTo>
                    <a:pt x="62769" y="158051"/>
                  </a:lnTo>
                  <a:lnTo>
                    <a:pt x="41455" y="158051"/>
                  </a:lnTo>
                  <a:lnTo>
                    <a:pt x="41455" y="136257"/>
                  </a:lnTo>
                  <a:close/>
                  <a:moveTo>
                    <a:pt x="41455" y="92458"/>
                  </a:moveTo>
                  <a:cubicBezTo>
                    <a:pt x="41455" y="87875"/>
                    <a:pt x="44386" y="83826"/>
                    <a:pt x="48755" y="82334"/>
                  </a:cubicBezTo>
                  <a:cubicBezTo>
                    <a:pt x="48755" y="82334"/>
                    <a:pt x="48755" y="82334"/>
                    <a:pt x="48755" y="82334"/>
                  </a:cubicBezTo>
                  <a:cubicBezTo>
                    <a:pt x="48755" y="82334"/>
                    <a:pt x="48862" y="82334"/>
                    <a:pt x="48968" y="82227"/>
                  </a:cubicBezTo>
                  <a:cubicBezTo>
                    <a:pt x="49181" y="82121"/>
                    <a:pt x="49554" y="82014"/>
                    <a:pt x="50034" y="81854"/>
                  </a:cubicBezTo>
                  <a:cubicBezTo>
                    <a:pt x="50993" y="81481"/>
                    <a:pt x="52432" y="80948"/>
                    <a:pt x="54137" y="80149"/>
                  </a:cubicBezTo>
                  <a:cubicBezTo>
                    <a:pt x="57600" y="78604"/>
                    <a:pt x="62129" y="76313"/>
                    <a:pt x="66605" y="73382"/>
                  </a:cubicBezTo>
                  <a:cubicBezTo>
                    <a:pt x="76196" y="66988"/>
                    <a:pt x="82271" y="59581"/>
                    <a:pt x="82271" y="51589"/>
                  </a:cubicBezTo>
                  <a:lnTo>
                    <a:pt x="82271" y="51589"/>
                  </a:lnTo>
                  <a:cubicBezTo>
                    <a:pt x="82271" y="44449"/>
                    <a:pt x="79766" y="37522"/>
                    <a:pt x="75184" y="32087"/>
                  </a:cubicBezTo>
                  <a:cubicBezTo>
                    <a:pt x="70602" y="26652"/>
                    <a:pt x="64207" y="22975"/>
                    <a:pt x="57174" y="21750"/>
                  </a:cubicBezTo>
                  <a:cubicBezTo>
                    <a:pt x="50140" y="20524"/>
                    <a:pt x="42894" y="21856"/>
                    <a:pt x="36766" y="25480"/>
                  </a:cubicBezTo>
                  <a:cubicBezTo>
                    <a:pt x="30638" y="29103"/>
                    <a:pt x="25949" y="34751"/>
                    <a:pt x="23605" y="41518"/>
                  </a:cubicBezTo>
                  <a:lnTo>
                    <a:pt x="20088" y="51589"/>
                  </a:lnTo>
                  <a:lnTo>
                    <a:pt x="0" y="44502"/>
                  </a:lnTo>
                  <a:lnTo>
                    <a:pt x="3517" y="34431"/>
                  </a:lnTo>
                  <a:cubicBezTo>
                    <a:pt x="7566" y="22975"/>
                    <a:pt x="15506" y="13277"/>
                    <a:pt x="26003" y="7097"/>
                  </a:cubicBezTo>
                  <a:cubicBezTo>
                    <a:pt x="36500" y="916"/>
                    <a:pt x="48808" y="-1322"/>
                    <a:pt x="60797" y="756"/>
                  </a:cubicBezTo>
                  <a:cubicBezTo>
                    <a:pt x="72786" y="2834"/>
                    <a:pt x="83656" y="9068"/>
                    <a:pt x="91489" y="18339"/>
                  </a:cubicBezTo>
                  <a:cubicBezTo>
                    <a:pt x="99322" y="27611"/>
                    <a:pt x="103584" y="39440"/>
                    <a:pt x="103584" y="51589"/>
                  </a:cubicBezTo>
                  <a:cubicBezTo>
                    <a:pt x="103584" y="70878"/>
                    <a:pt x="89251" y="83879"/>
                    <a:pt x="78434" y="91072"/>
                  </a:cubicBezTo>
                  <a:cubicBezTo>
                    <a:pt x="72680" y="94909"/>
                    <a:pt x="66978" y="97733"/>
                    <a:pt x="62822" y="99598"/>
                  </a:cubicBezTo>
                  <a:cubicBezTo>
                    <a:pt x="62822" y="99598"/>
                    <a:pt x="62822" y="99598"/>
                    <a:pt x="62822" y="99598"/>
                  </a:cubicBezTo>
                  <a:lnTo>
                    <a:pt x="62822" y="116595"/>
                  </a:lnTo>
                  <a:lnTo>
                    <a:pt x="41508" y="116595"/>
                  </a:lnTo>
                  <a:lnTo>
                    <a:pt x="41508" y="924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FCC34D25-F768-9F03-DE70-DC7CEF06E46C}"/>
              </a:ext>
            </a:extLst>
          </p:cNvPr>
          <p:cNvGrpSpPr/>
          <p:nvPr userDrawn="1"/>
        </p:nvGrpSpPr>
        <p:grpSpPr>
          <a:xfrm>
            <a:off x="3015667" y="5725746"/>
            <a:ext cx="287809" cy="287734"/>
            <a:chOff x="2630834" y="6030005"/>
            <a:chExt cx="287734" cy="287734"/>
          </a:xfrm>
        </p:grpSpPr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B6FF7920-9E98-7420-D2A1-3638E914A0C7}"/>
                </a:ext>
              </a:extLst>
            </p:cNvPr>
            <p:cNvSpPr/>
            <p:nvPr/>
          </p:nvSpPr>
          <p:spPr>
            <a:xfrm>
              <a:off x="2630834" y="6030005"/>
              <a:ext cx="287734" cy="287734"/>
            </a:xfrm>
            <a:custGeom>
              <a:avLst/>
              <a:gdLst>
                <a:gd name="csX0" fmla="*/ 198377 w 287734"/>
                <a:gd name="csY0" fmla="*/ 21314 h 287734"/>
                <a:gd name="csX1" fmla="*/ 89411 w 287734"/>
                <a:gd name="csY1" fmla="*/ 21314 h 287734"/>
                <a:gd name="csX2" fmla="*/ 21314 w 287734"/>
                <a:gd name="csY2" fmla="*/ 89411 h 287734"/>
                <a:gd name="csX3" fmla="*/ 21314 w 287734"/>
                <a:gd name="csY3" fmla="*/ 198377 h 287734"/>
                <a:gd name="csX4" fmla="*/ 89411 w 287734"/>
                <a:gd name="csY4" fmla="*/ 266474 h 287734"/>
                <a:gd name="csX5" fmla="*/ 198377 w 287734"/>
                <a:gd name="csY5" fmla="*/ 266474 h 287734"/>
                <a:gd name="csX6" fmla="*/ 266474 w 287734"/>
                <a:gd name="csY6" fmla="*/ 198377 h 287734"/>
                <a:gd name="csX7" fmla="*/ 266474 w 287734"/>
                <a:gd name="csY7" fmla="*/ 89411 h 287734"/>
                <a:gd name="csX8" fmla="*/ 198377 w 287734"/>
                <a:gd name="csY8" fmla="*/ 21314 h 287734"/>
                <a:gd name="csX9" fmla="*/ 287734 w 287734"/>
                <a:gd name="csY9" fmla="*/ 207169 h 287734"/>
                <a:gd name="csX10" fmla="*/ 207169 w 287734"/>
                <a:gd name="csY10" fmla="*/ 287734 h 287734"/>
                <a:gd name="csX11" fmla="*/ 80566 w 287734"/>
                <a:gd name="csY11" fmla="*/ 287734 h 287734"/>
                <a:gd name="csX12" fmla="*/ 0 w 287734"/>
                <a:gd name="csY12" fmla="*/ 207169 h 287734"/>
                <a:gd name="csX13" fmla="*/ 0 w 287734"/>
                <a:gd name="csY13" fmla="*/ 80566 h 287734"/>
                <a:gd name="csX14" fmla="*/ 80566 w 287734"/>
                <a:gd name="csY14" fmla="*/ 0 h 287734"/>
                <a:gd name="csX15" fmla="*/ 207169 w 287734"/>
                <a:gd name="csY15" fmla="*/ 0 h 287734"/>
                <a:gd name="csX16" fmla="*/ 287734 w 287734"/>
                <a:gd name="csY16" fmla="*/ 80566 h 287734"/>
                <a:gd name="csX17" fmla="*/ 287734 w 287734"/>
                <a:gd name="csY17" fmla="*/ 207169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198377" y="21314"/>
                  </a:moveTo>
                  <a:lnTo>
                    <a:pt x="89411" y="21314"/>
                  </a:lnTo>
                  <a:lnTo>
                    <a:pt x="21314" y="89411"/>
                  </a:lnTo>
                  <a:lnTo>
                    <a:pt x="21314" y="198377"/>
                  </a:lnTo>
                  <a:lnTo>
                    <a:pt x="89411" y="266474"/>
                  </a:lnTo>
                  <a:lnTo>
                    <a:pt x="198377" y="266474"/>
                  </a:lnTo>
                  <a:lnTo>
                    <a:pt x="266474" y="198377"/>
                  </a:lnTo>
                  <a:lnTo>
                    <a:pt x="266474" y="89411"/>
                  </a:lnTo>
                  <a:lnTo>
                    <a:pt x="198377" y="21314"/>
                  </a:lnTo>
                  <a:close/>
                  <a:moveTo>
                    <a:pt x="287734" y="207169"/>
                  </a:moveTo>
                  <a:lnTo>
                    <a:pt x="207169" y="287734"/>
                  </a:lnTo>
                  <a:lnTo>
                    <a:pt x="80566" y="287734"/>
                  </a:lnTo>
                  <a:lnTo>
                    <a:pt x="0" y="207169"/>
                  </a:lnTo>
                  <a:lnTo>
                    <a:pt x="0" y="80566"/>
                  </a:lnTo>
                  <a:lnTo>
                    <a:pt x="80566" y="0"/>
                  </a:lnTo>
                  <a:lnTo>
                    <a:pt x="207169" y="0"/>
                  </a:lnTo>
                  <a:lnTo>
                    <a:pt x="287734" y="80566"/>
                  </a:lnTo>
                  <a:lnTo>
                    <a:pt x="287734" y="20716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FA386AFA-7938-9853-40AD-A685B6449FFB}"/>
                </a:ext>
              </a:extLst>
            </p:cNvPr>
            <p:cNvSpPr/>
            <p:nvPr/>
          </p:nvSpPr>
          <p:spPr>
            <a:xfrm>
              <a:off x="2764310" y="6136787"/>
              <a:ext cx="20834" cy="116745"/>
            </a:xfrm>
            <a:custGeom>
              <a:avLst/>
              <a:gdLst>
                <a:gd name="csX0" fmla="*/ 0 w 20834"/>
                <a:gd name="csY0" fmla="*/ 0 h 116745"/>
                <a:gd name="csX1" fmla="*/ 20834 w 20834"/>
                <a:gd name="csY1" fmla="*/ 0 h 116745"/>
                <a:gd name="csX2" fmla="*/ 20834 w 20834"/>
                <a:gd name="csY2" fmla="*/ 116746 h 116745"/>
                <a:gd name="csX3" fmla="*/ 0 w 20834"/>
                <a:gd name="csY3" fmla="*/ 116746 h 116745"/>
                <a:gd name="csX4" fmla="*/ 0 w 20834"/>
                <a:gd name="csY4" fmla="*/ 0 h 1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834" h="116745">
                  <a:moveTo>
                    <a:pt x="0" y="0"/>
                  </a:moveTo>
                  <a:lnTo>
                    <a:pt x="20834" y="0"/>
                  </a:lnTo>
                  <a:lnTo>
                    <a:pt x="20834" y="116746"/>
                  </a:lnTo>
                  <a:lnTo>
                    <a:pt x="0" y="11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E5853CCC-A3D8-80C6-F07C-FAC92D0A7107}"/>
                </a:ext>
              </a:extLst>
            </p:cNvPr>
            <p:cNvSpPr/>
            <p:nvPr/>
          </p:nvSpPr>
          <p:spPr>
            <a:xfrm>
              <a:off x="2764044" y="6093946"/>
              <a:ext cx="21313" cy="21313"/>
            </a:xfrm>
            <a:custGeom>
              <a:avLst/>
              <a:gdLst>
                <a:gd name="csX0" fmla="*/ 0 w 21313"/>
                <a:gd name="csY0" fmla="*/ 0 h 21313"/>
                <a:gd name="csX1" fmla="*/ 21314 w 21313"/>
                <a:gd name="csY1" fmla="*/ 0 h 21313"/>
                <a:gd name="csX2" fmla="*/ 21314 w 21313"/>
                <a:gd name="csY2" fmla="*/ 21314 h 21313"/>
                <a:gd name="csX3" fmla="*/ 0 w 21313"/>
                <a:gd name="csY3" fmla="*/ 21314 h 21313"/>
                <a:gd name="csX4" fmla="*/ 0 w 21313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1313">
                  <a:moveTo>
                    <a:pt x="0" y="0"/>
                  </a:moveTo>
                  <a:lnTo>
                    <a:pt x="21314" y="0"/>
                  </a:lnTo>
                  <a:lnTo>
                    <a:pt x="21314" y="21314"/>
                  </a:lnTo>
                  <a:lnTo>
                    <a:pt x="0" y="2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412C09A-FF9B-B81E-7954-6C3C2F6558CF}"/>
              </a:ext>
            </a:extLst>
          </p:cNvPr>
          <p:cNvGrpSpPr/>
          <p:nvPr userDrawn="1"/>
        </p:nvGrpSpPr>
        <p:grpSpPr>
          <a:xfrm>
            <a:off x="4167039" y="5725746"/>
            <a:ext cx="289088" cy="287628"/>
            <a:chOff x="3653889" y="6030005"/>
            <a:chExt cx="289013" cy="287628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9D5F7B04-C0DE-A3DB-57CE-080EA009E2A6}"/>
                </a:ext>
              </a:extLst>
            </p:cNvPr>
            <p:cNvSpPr/>
            <p:nvPr/>
          </p:nvSpPr>
          <p:spPr>
            <a:xfrm>
              <a:off x="3653889" y="6110411"/>
              <a:ext cx="185055" cy="207222"/>
            </a:xfrm>
            <a:custGeom>
              <a:avLst/>
              <a:gdLst>
                <a:gd name="csX0" fmla="*/ 98416 w 185055"/>
                <a:gd name="csY0" fmla="*/ 0 h 207222"/>
                <a:gd name="csX1" fmla="*/ 0 w 185055"/>
                <a:gd name="csY1" fmla="*/ 98416 h 207222"/>
                <a:gd name="csX2" fmla="*/ 0 w 185055"/>
                <a:gd name="csY2" fmla="*/ 128575 h 207222"/>
                <a:gd name="csX3" fmla="*/ 78647 w 185055"/>
                <a:gd name="csY3" fmla="*/ 207222 h 207222"/>
                <a:gd name="csX4" fmla="*/ 108806 w 185055"/>
                <a:gd name="csY4" fmla="*/ 207222 h 207222"/>
                <a:gd name="csX5" fmla="*/ 159799 w 185055"/>
                <a:gd name="csY5" fmla="*/ 156229 h 207222"/>
                <a:gd name="csX6" fmla="*/ 144720 w 185055"/>
                <a:gd name="csY6" fmla="*/ 141150 h 207222"/>
                <a:gd name="csX7" fmla="*/ 93727 w 185055"/>
                <a:gd name="csY7" fmla="*/ 192143 h 207222"/>
                <a:gd name="csX8" fmla="*/ 15026 w 185055"/>
                <a:gd name="csY8" fmla="*/ 113495 h 207222"/>
                <a:gd name="csX9" fmla="*/ 113442 w 185055"/>
                <a:gd name="csY9" fmla="*/ 15080 h 207222"/>
                <a:gd name="csX10" fmla="*/ 169976 w 185055"/>
                <a:gd name="csY10" fmla="*/ 71614 h 207222"/>
                <a:gd name="csX11" fmla="*/ 185056 w 185055"/>
                <a:gd name="csY11" fmla="*/ 56535 h 207222"/>
                <a:gd name="csX12" fmla="*/ 128521 w 185055"/>
                <a:gd name="csY12" fmla="*/ 0 h 207222"/>
                <a:gd name="csX13" fmla="*/ 98363 w 185055"/>
                <a:gd name="csY13" fmla="*/ 0 h 207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5055" h="207222">
                  <a:moveTo>
                    <a:pt x="98416" y="0"/>
                  </a:moveTo>
                  <a:lnTo>
                    <a:pt x="0" y="98416"/>
                  </a:lnTo>
                  <a:lnTo>
                    <a:pt x="0" y="128575"/>
                  </a:lnTo>
                  <a:lnTo>
                    <a:pt x="78647" y="207222"/>
                  </a:lnTo>
                  <a:lnTo>
                    <a:pt x="108806" y="207222"/>
                  </a:lnTo>
                  <a:lnTo>
                    <a:pt x="159799" y="156229"/>
                  </a:lnTo>
                  <a:lnTo>
                    <a:pt x="144720" y="141150"/>
                  </a:lnTo>
                  <a:lnTo>
                    <a:pt x="93727" y="192143"/>
                  </a:lnTo>
                  <a:lnTo>
                    <a:pt x="15026" y="113495"/>
                  </a:lnTo>
                  <a:lnTo>
                    <a:pt x="113442" y="15080"/>
                  </a:lnTo>
                  <a:lnTo>
                    <a:pt x="169976" y="71614"/>
                  </a:lnTo>
                  <a:lnTo>
                    <a:pt x="185056" y="56535"/>
                  </a:lnTo>
                  <a:lnTo>
                    <a:pt x="128521" y="0"/>
                  </a:lnTo>
                  <a:lnTo>
                    <a:pt x="98363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6E766A31-90FB-411A-B97C-8B386FCD23C8}"/>
                </a:ext>
              </a:extLst>
            </p:cNvPr>
            <p:cNvSpPr/>
            <p:nvPr/>
          </p:nvSpPr>
          <p:spPr>
            <a:xfrm>
              <a:off x="3765786" y="6030005"/>
              <a:ext cx="177116" cy="207275"/>
            </a:xfrm>
            <a:custGeom>
              <a:avLst/>
              <a:gdLst>
                <a:gd name="csX0" fmla="*/ 78701 w 177116"/>
                <a:gd name="csY0" fmla="*/ 207222 h 207275"/>
                <a:gd name="csX1" fmla="*/ 177116 w 177116"/>
                <a:gd name="csY1" fmla="*/ 108806 h 207275"/>
                <a:gd name="csX2" fmla="*/ 177116 w 177116"/>
                <a:gd name="csY2" fmla="*/ 78647 h 207275"/>
                <a:gd name="csX3" fmla="*/ 98469 w 177116"/>
                <a:gd name="csY3" fmla="*/ 0 h 207275"/>
                <a:gd name="csX4" fmla="*/ 68310 w 177116"/>
                <a:gd name="csY4" fmla="*/ 0 h 207275"/>
                <a:gd name="csX5" fmla="*/ 14653 w 177116"/>
                <a:gd name="csY5" fmla="*/ 53657 h 207275"/>
                <a:gd name="csX6" fmla="*/ 29733 w 177116"/>
                <a:gd name="csY6" fmla="*/ 68736 h 207275"/>
                <a:gd name="csX7" fmla="*/ 83390 w 177116"/>
                <a:gd name="csY7" fmla="*/ 15079 h 207275"/>
                <a:gd name="csX8" fmla="*/ 162037 w 177116"/>
                <a:gd name="csY8" fmla="*/ 93780 h 207275"/>
                <a:gd name="csX9" fmla="*/ 63621 w 177116"/>
                <a:gd name="csY9" fmla="*/ 192196 h 207275"/>
                <a:gd name="csX10" fmla="*/ 15080 w 177116"/>
                <a:gd name="csY10" fmla="*/ 143654 h 207275"/>
                <a:gd name="csX11" fmla="*/ 0 w 177116"/>
                <a:gd name="csY11" fmla="*/ 158733 h 207275"/>
                <a:gd name="csX12" fmla="*/ 48542 w 177116"/>
                <a:gd name="csY12" fmla="*/ 207275 h 207275"/>
                <a:gd name="csX13" fmla="*/ 78701 w 177116"/>
                <a:gd name="csY13" fmla="*/ 207275 h 207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77116" h="207275">
                  <a:moveTo>
                    <a:pt x="78701" y="207222"/>
                  </a:moveTo>
                  <a:lnTo>
                    <a:pt x="177116" y="108806"/>
                  </a:lnTo>
                  <a:lnTo>
                    <a:pt x="177116" y="78647"/>
                  </a:lnTo>
                  <a:lnTo>
                    <a:pt x="98469" y="0"/>
                  </a:lnTo>
                  <a:lnTo>
                    <a:pt x="68310" y="0"/>
                  </a:lnTo>
                  <a:lnTo>
                    <a:pt x="14653" y="53657"/>
                  </a:lnTo>
                  <a:lnTo>
                    <a:pt x="29733" y="68736"/>
                  </a:lnTo>
                  <a:lnTo>
                    <a:pt x="83390" y="15079"/>
                  </a:lnTo>
                  <a:lnTo>
                    <a:pt x="162037" y="93780"/>
                  </a:lnTo>
                  <a:lnTo>
                    <a:pt x="63621" y="192196"/>
                  </a:lnTo>
                  <a:lnTo>
                    <a:pt x="15080" y="143654"/>
                  </a:lnTo>
                  <a:lnTo>
                    <a:pt x="0" y="158733"/>
                  </a:lnTo>
                  <a:lnTo>
                    <a:pt x="48542" y="207275"/>
                  </a:lnTo>
                  <a:lnTo>
                    <a:pt x="78701" y="20727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9" name="Graphic 2">
            <a:extLst>
              <a:ext uri="{FF2B5EF4-FFF2-40B4-BE49-F238E27FC236}">
                <a16:creationId xmlns:a16="http://schemas.microsoft.com/office/drawing/2014/main" id="{BF1CCE5F-8D0A-4243-D8A6-CD3775CB9017}"/>
              </a:ext>
            </a:extLst>
          </p:cNvPr>
          <p:cNvGrpSpPr/>
          <p:nvPr userDrawn="1"/>
        </p:nvGrpSpPr>
        <p:grpSpPr>
          <a:xfrm>
            <a:off x="5318410" y="5752388"/>
            <a:ext cx="287809" cy="234450"/>
            <a:chOff x="4676945" y="6056647"/>
            <a:chExt cx="287734" cy="234450"/>
          </a:xfrm>
          <a:solidFill>
            <a:srgbClr val="000000"/>
          </a:solidFill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529DA200-AD14-8D29-1BDF-C91CD412A677}"/>
                </a:ext>
              </a:extLst>
            </p:cNvPr>
            <p:cNvSpPr/>
            <p:nvPr/>
          </p:nvSpPr>
          <p:spPr>
            <a:xfrm>
              <a:off x="4682700" y="6100447"/>
              <a:ext cx="276224" cy="76036"/>
            </a:xfrm>
            <a:custGeom>
              <a:avLst/>
              <a:gdLst>
                <a:gd name="csX0" fmla="*/ 276225 w 276224"/>
                <a:gd name="csY0" fmla="*/ 18916 h 76036"/>
                <a:gd name="csX1" fmla="*/ 164648 w 276224"/>
                <a:gd name="csY1" fmla="*/ 76037 h 76036"/>
                <a:gd name="csX2" fmla="*/ 114188 w 276224"/>
                <a:gd name="csY2" fmla="*/ 76037 h 76036"/>
                <a:gd name="csX3" fmla="*/ 0 w 276224"/>
                <a:gd name="csY3" fmla="*/ 18969 h 76036"/>
                <a:gd name="csX4" fmla="*/ 9751 w 276224"/>
                <a:gd name="csY4" fmla="*/ 0 h 76036"/>
                <a:gd name="csX5" fmla="*/ 119410 w 276224"/>
                <a:gd name="csY5" fmla="*/ 54830 h 76036"/>
                <a:gd name="csX6" fmla="*/ 159533 w 276224"/>
                <a:gd name="csY6" fmla="*/ 54830 h 76036"/>
                <a:gd name="csX7" fmla="*/ 266474 w 276224"/>
                <a:gd name="csY7" fmla="*/ 53 h 76036"/>
                <a:gd name="csX8" fmla="*/ 276225 w 276224"/>
                <a:gd name="csY8" fmla="*/ 18916 h 76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6224" h="76036">
                  <a:moveTo>
                    <a:pt x="276225" y="18916"/>
                  </a:moveTo>
                  <a:lnTo>
                    <a:pt x="164648" y="76037"/>
                  </a:lnTo>
                  <a:lnTo>
                    <a:pt x="114188" y="76037"/>
                  </a:lnTo>
                  <a:lnTo>
                    <a:pt x="0" y="18969"/>
                  </a:lnTo>
                  <a:lnTo>
                    <a:pt x="9751" y="0"/>
                  </a:lnTo>
                  <a:lnTo>
                    <a:pt x="119410" y="54830"/>
                  </a:lnTo>
                  <a:lnTo>
                    <a:pt x="159533" y="54830"/>
                  </a:lnTo>
                  <a:cubicBezTo>
                    <a:pt x="159533" y="54830"/>
                    <a:pt x="266474" y="53"/>
                    <a:pt x="266474" y="53"/>
                  </a:cubicBezTo>
                  <a:lnTo>
                    <a:pt x="276225" y="1891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4448160E-7038-5639-1682-F0AF237BAC7E}"/>
                </a:ext>
              </a:extLst>
            </p:cNvPr>
            <p:cNvSpPr/>
            <p:nvPr/>
          </p:nvSpPr>
          <p:spPr>
            <a:xfrm>
              <a:off x="4680781" y="6133749"/>
              <a:ext cx="83016" cy="74864"/>
            </a:xfrm>
            <a:custGeom>
              <a:avLst/>
              <a:gdLst>
                <a:gd name="csX0" fmla="*/ 83017 w 83016"/>
                <a:gd name="csY0" fmla="*/ 16252 h 74864"/>
                <a:gd name="csX1" fmla="*/ 13747 w 83016"/>
                <a:gd name="csY1" fmla="*/ 74864 h 74864"/>
                <a:gd name="csX2" fmla="*/ 0 w 83016"/>
                <a:gd name="csY2" fmla="*/ 58613 h 74864"/>
                <a:gd name="csX3" fmla="*/ 69269 w 83016"/>
                <a:gd name="csY3" fmla="*/ 0 h 74864"/>
                <a:gd name="csX4" fmla="*/ 83017 w 83016"/>
                <a:gd name="csY4" fmla="*/ 16252 h 74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3016" h="74864">
                  <a:moveTo>
                    <a:pt x="83017" y="16252"/>
                  </a:moveTo>
                  <a:lnTo>
                    <a:pt x="13747" y="74864"/>
                  </a:lnTo>
                  <a:lnTo>
                    <a:pt x="0" y="58613"/>
                  </a:lnTo>
                  <a:lnTo>
                    <a:pt x="69269" y="0"/>
                  </a:lnTo>
                  <a:lnTo>
                    <a:pt x="83017" y="162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F76B46F7-B75C-ECFD-1DF5-609785A6DEFC}"/>
                </a:ext>
              </a:extLst>
            </p:cNvPr>
            <p:cNvSpPr/>
            <p:nvPr/>
          </p:nvSpPr>
          <p:spPr>
            <a:xfrm>
              <a:off x="4877880" y="6133749"/>
              <a:ext cx="83016" cy="74864"/>
            </a:xfrm>
            <a:custGeom>
              <a:avLst/>
              <a:gdLst>
                <a:gd name="csX0" fmla="*/ 0 w 83016"/>
                <a:gd name="csY0" fmla="*/ 16252 h 74864"/>
                <a:gd name="csX1" fmla="*/ 69269 w 83016"/>
                <a:gd name="csY1" fmla="*/ 74864 h 74864"/>
                <a:gd name="csX2" fmla="*/ 83016 w 83016"/>
                <a:gd name="csY2" fmla="*/ 58613 h 74864"/>
                <a:gd name="csX3" fmla="*/ 13747 w 83016"/>
                <a:gd name="csY3" fmla="*/ 0 h 74864"/>
                <a:gd name="csX4" fmla="*/ 0 w 83016"/>
                <a:gd name="csY4" fmla="*/ 16252 h 74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3016" h="74864">
                  <a:moveTo>
                    <a:pt x="0" y="16252"/>
                  </a:moveTo>
                  <a:lnTo>
                    <a:pt x="69269" y="74864"/>
                  </a:lnTo>
                  <a:lnTo>
                    <a:pt x="83016" y="58613"/>
                  </a:lnTo>
                  <a:lnTo>
                    <a:pt x="13747" y="0"/>
                  </a:lnTo>
                  <a:lnTo>
                    <a:pt x="0" y="162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1E30DEF2-1C5F-D933-F396-88B12109D79B}"/>
                </a:ext>
              </a:extLst>
            </p:cNvPr>
            <p:cNvSpPr/>
            <p:nvPr/>
          </p:nvSpPr>
          <p:spPr>
            <a:xfrm>
              <a:off x="4676945" y="6056647"/>
              <a:ext cx="287734" cy="234450"/>
            </a:xfrm>
            <a:custGeom>
              <a:avLst/>
              <a:gdLst>
                <a:gd name="csX0" fmla="*/ 266421 w 287734"/>
                <a:gd name="csY0" fmla="*/ 21314 h 234450"/>
                <a:gd name="csX1" fmla="*/ 171095 w 287734"/>
                <a:gd name="csY1" fmla="*/ 21314 h 234450"/>
                <a:gd name="csX2" fmla="*/ 171095 w 287734"/>
                <a:gd name="csY2" fmla="*/ 0 h 234450"/>
                <a:gd name="csX3" fmla="*/ 287734 w 287734"/>
                <a:gd name="csY3" fmla="*/ 0 h 234450"/>
                <a:gd name="csX4" fmla="*/ 287734 w 287734"/>
                <a:gd name="csY4" fmla="*/ 213137 h 234450"/>
                <a:gd name="csX5" fmla="*/ 266421 w 287734"/>
                <a:gd name="csY5" fmla="*/ 234450 h 234450"/>
                <a:gd name="csX6" fmla="*/ 21314 w 287734"/>
                <a:gd name="csY6" fmla="*/ 234450 h 234450"/>
                <a:gd name="csX7" fmla="*/ 0 w 287734"/>
                <a:gd name="csY7" fmla="*/ 213137 h 234450"/>
                <a:gd name="csX8" fmla="*/ 0 w 287734"/>
                <a:gd name="csY8" fmla="*/ 0 h 234450"/>
                <a:gd name="csX9" fmla="*/ 116639 w 287734"/>
                <a:gd name="csY9" fmla="*/ 0 h 234450"/>
                <a:gd name="csX10" fmla="*/ 116639 w 287734"/>
                <a:gd name="csY10" fmla="*/ 21314 h 234450"/>
                <a:gd name="csX11" fmla="*/ 21314 w 287734"/>
                <a:gd name="csY11" fmla="*/ 21314 h 234450"/>
                <a:gd name="csX12" fmla="*/ 21314 w 287734"/>
                <a:gd name="csY12" fmla="*/ 213137 h 234450"/>
                <a:gd name="csX13" fmla="*/ 266421 w 287734"/>
                <a:gd name="csY13" fmla="*/ 213137 h 234450"/>
                <a:gd name="csX14" fmla="*/ 266421 w 287734"/>
                <a:gd name="csY14" fmla="*/ 21314 h 234450"/>
                <a:gd name="csX15" fmla="*/ 171095 w 287734"/>
                <a:gd name="csY15" fmla="*/ 0 h 234450"/>
                <a:gd name="csX16" fmla="*/ 171095 w 287734"/>
                <a:gd name="csY16" fmla="*/ 21314 h 234450"/>
                <a:gd name="csX17" fmla="*/ 116639 w 287734"/>
                <a:gd name="csY17" fmla="*/ 21314 h 234450"/>
                <a:gd name="csX18" fmla="*/ 116639 w 287734"/>
                <a:gd name="csY18" fmla="*/ 0 h 234450"/>
                <a:gd name="csX19" fmla="*/ 171095 w 287734"/>
                <a:gd name="csY19" fmla="*/ 0 h 23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34450">
                  <a:moveTo>
                    <a:pt x="266421" y="21314"/>
                  </a:moveTo>
                  <a:lnTo>
                    <a:pt x="171095" y="21314"/>
                  </a:lnTo>
                  <a:lnTo>
                    <a:pt x="171095" y="0"/>
                  </a:lnTo>
                  <a:lnTo>
                    <a:pt x="287734" y="0"/>
                  </a:lnTo>
                  <a:lnTo>
                    <a:pt x="287734" y="213137"/>
                  </a:lnTo>
                  <a:lnTo>
                    <a:pt x="266421" y="234450"/>
                  </a:lnTo>
                  <a:lnTo>
                    <a:pt x="21314" y="234450"/>
                  </a:lnTo>
                  <a:lnTo>
                    <a:pt x="0" y="213137"/>
                  </a:lnTo>
                  <a:lnTo>
                    <a:pt x="0" y="0"/>
                  </a:lnTo>
                  <a:lnTo>
                    <a:pt x="116639" y="0"/>
                  </a:lnTo>
                  <a:lnTo>
                    <a:pt x="116639" y="21314"/>
                  </a:lnTo>
                  <a:lnTo>
                    <a:pt x="21314" y="21314"/>
                  </a:lnTo>
                  <a:lnTo>
                    <a:pt x="21314" y="213137"/>
                  </a:lnTo>
                  <a:lnTo>
                    <a:pt x="266421" y="213137"/>
                  </a:lnTo>
                  <a:lnTo>
                    <a:pt x="266421" y="21314"/>
                  </a:lnTo>
                  <a:close/>
                  <a:moveTo>
                    <a:pt x="171095" y="0"/>
                  </a:moveTo>
                  <a:lnTo>
                    <a:pt x="171095" y="21314"/>
                  </a:lnTo>
                  <a:lnTo>
                    <a:pt x="116639" y="21314"/>
                  </a:lnTo>
                  <a:lnTo>
                    <a:pt x="116639" y="0"/>
                  </a:lnTo>
                  <a:lnTo>
                    <a:pt x="171095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1E843FB-CD9A-CF71-1179-E810C411D3CD}"/>
              </a:ext>
            </a:extLst>
          </p:cNvPr>
          <p:cNvGrpSpPr/>
          <p:nvPr userDrawn="1"/>
        </p:nvGrpSpPr>
        <p:grpSpPr>
          <a:xfrm>
            <a:off x="8842558" y="5725746"/>
            <a:ext cx="222359" cy="287734"/>
            <a:chOff x="7816127" y="6030005"/>
            <a:chExt cx="222301" cy="287734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6E561BEA-1D92-9C2C-8375-16B0E6DC6E53}"/>
                </a:ext>
              </a:extLst>
            </p:cNvPr>
            <p:cNvSpPr/>
            <p:nvPr/>
          </p:nvSpPr>
          <p:spPr>
            <a:xfrm>
              <a:off x="7816127" y="6077961"/>
              <a:ext cx="222301" cy="239778"/>
            </a:xfrm>
            <a:custGeom>
              <a:avLst/>
              <a:gdLst>
                <a:gd name="csX0" fmla="*/ 222302 w 222301"/>
                <a:gd name="csY0" fmla="*/ 0 h 239778"/>
                <a:gd name="csX1" fmla="*/ 203439 w 222301"/>
                <a:gd name="csY1" fmla="*/ 220276 h 239778"/>
                <a:gd name="csX2" fmla="*/ 182179 w 222301"/>
                <a:gd name="csY2" fmla="*/ 239779 h 239778"/>
                <a:gd name="csX3" fmla="*/ 40123 w 222301"/>
                <a:gd name="csY3" fmla="*/ 239779 h 239778"/>
                <a:gd name="csX4" fmla="*/ 18863 w 222301"/>
                <a:gd name="csY4" fmla="*/ 220276 h 239778"/>
                <a:gd name="csX5" fmla="*/ 0 w 222301"/>
                <a:gd name="csY5" fmla="*/ 0 h 239778"/>
                <a:gd name="csX6" fmla="*/ 222302 w 222301"/>
                <a:gd name="csY6" fmla="*/ 0 h 239778"/>
                <a:gd name="csX7" fmla="*/ 23232 w 222301"/>
                <a:gd name="csY7" fmla="*/ 21314 h 239778"/>
                <a:gd name="csX8" fmla="*/ 40123 w 222301"/>
                <a:gd name="csY8" fmla="*/ 218465 h 239778"/>
                <a:gd name="csX9" fmla="*/ 182179 w 222301"/>
                <a:gd name="csY9" fmla="*/ 218465 h 239778"/>
                <a:gd name="csX10" fmla="*/ 199070 w 222301"/>
                <a:gd name="csY10" fmla="*/ 21314 h 239778"/>
                <a:gd name="csX11" fmla="*/ 23232 w 222301"/>
                <a:gd name="csY11" fmla="*/ 21314 h 239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2301" h="239778">
                  <a:moveTo>
                    <a:pt x="222302" y="0"/>
                  </a:moveTo>
                  <a:lnTo>
                    <a:pt x="203439" y="220276"/>
                  </a:lnTo>
                  <a:lnTo>
                    <a:pt x="182179" y="239779"/>
                  </a:lnTo>
                  <a:lnTo>
                    <a:pt x="40123" y="239779"/>
                  </a:lnTo>
                  <a:lnTo>
                    <a:pt x="18863" y="220276"/>
                  </a:lnTo>
                  <a:lnTo>
                    <a:pt x="0" y="0"/>
                  </a:lnTo>
                  <a:lnTo>
                    <a:pt x="222302" y="0"/>
                  </a:lnTo>
                  <a:close/>
                  <a:moveTo>
                    <a:pt x="23232" y="21314"/>
                  </a:moveTo>
                  <a:lnTo>
                    <a:pt x="40123" y="218465"/>
                  </a:lnTo>
                  <a:lnTo>
                    <a:pt x="182179" y="218465"/>
                  </a:lnTo>
                  <a:lnTo>
                    <a:pt x="199070" y="21314"/>
                  </a:lnTo>
                  <a:lnTo>
                    <a:pt x="23232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FA15FC06-652F-AD5F-3427-1ACBFEF551C9}"/>
                </a:ext>
              </a:extLst>
            </p:cNvPr>
            <p:cNvSpPr/>
            <p:nvPr/>
          </p:nvSpPr>
          <p:spPr>
            <a:xfrm>
              <a:off x="7852680" y="6030005"/>
              <a:ext cx="149195" cy="21313"/>
            </a:xfrm>
            <a:custGeom>
              <a:avLst/>
              <a:gdLst>
                <a:gd name="csX0" fmla="*/ 149196 w 149195"/>
                <a:gd name="csY0" fmla="*/ 0 h 21313"/>
                <a:gd name="csX1" fmla="*/ 149196 w 149195"/>
                <a:gd name="csY1" fmla="*/ 21314 h 21313"/>
                <a:gd name="csX2" fmla="*/ 0 w 149195"/>
                <a:gd name="csY2" fmla="*/ 21314 h 21313"/>
                <a:gd name="csX3" fmla="*/ 0 w 149195"/>
                <a:gd name="csY3" fmla="*/ 0 h 21313"/>
                <a:gd name="csX4" fmla="*/ 149196 w 149195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9195" h="21313">
                  <a:moveTo>
                    <a:pt x="149196" y="0"/>
                  </a:moveTo>
                  <a:lnTo>
                    <a:pt x="149196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149196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0C80AD44-7C70-16A1-41E0-CC628EF59980}"/>
                </a:ext>
              </a:extLst>
            </p:cNvPr>
            <p:cNvSpPr/>
            <p:nvPr/>
          </p:nvSpPr>
          <p:spPr>
            <a:xfrm>
              <a:off x="7889979" y="6141902"/>
              <a:ext cx="21313" cy="95911"/>
            </a:xfrm>
            <a:custGeom>
              <a:avLst/>
              <a:gdLst>
                <a:gd name="csX0" fmla="*/ 21314 w 21313"/>
                <a:gd name="csY0" fmla="*/ 95911 h 95911"/>
                <a:gd name="csX1" fmla="*/ 0 w 21313"/>
                <a:gd name="csY1" fmla="*/ 95911 h 95911"/>
                <a:gd name="csX2" fmla="*/ 0 w 21313"/>
                <a:gd name="csY2" fmla="*/ 0 h 95911"/>
                <a:gd name="csX3" fmla="*/ 21314 w 21313"/>
                <a:gd name="csY3" fmla="*/ 0 h 95911"/>
                <a:gd name="csX4" fmla="*/ 21314 w 21313"/>
                <a:gd name="csY4" fmla="*/ 95911 h 9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5911">
                  <a:moveTo>
                    <a:pt x="21314" y="95911"/>
                  </a:moveTo>
                  <a:lnTo>
                    <a:pt x="0" y="95911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591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4F7FEEDE-E950-D0F8-082C-B26076A1A4E8}"/>
                </a:ext>
              </a:extLst>
            </p:cNvPr>
            <p:cNvSpPr/>
            <p:nvPr/>
          </p:nvSpPr>
          <p:spPr>
            <a:xfrm>
              <a:off x="7943263" y="6141902"/>
              <a:ext cx="21313" cy="95911"/>
            </a:xfrm>
            <a:custGeom>
              <a:avLst/>
              <a:gdLst>
                <a:gd name="csX0" fmla="*/ 21314 w 21313"/>
                <a:gd name="csY0" fmla="*/ 95911 h 95911"/>
                <a:gd name="csX1" fmla="*/ 0 w 21313"/>
                <a:gd name="csY1" fmla="*/ 95911 h 95911"/>
                <a:gd name="csX2" fmla="*/ 0 w 21313"/>
                <a:gd name="csY2" fmla="*/ 0 h 95911"/>
                <a:gd name="csX3" fmla="*/ 21314 w 21313"/>
                <a:gd name="csY3" fmla="*/ 0 h 95911"/>
                <a:gd name="csX4" fmla="*/ 21314 w 21313"/>
                <a:gd name="csY4" fmla="*/ 95911 h 9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5911">
                  <a:moveTo>
                    <a:pt x="21314" y="95911"/>
                  </a:moveTo>
                  <a:lnTo>
                    <a:pt x="0" y="95911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591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3E7C836-1719-CC32-0A0A-047C9A051E6C}"/>
              </a:ext>
            </a:extLst>
          </p:cNvPr>
          <p:cNvGrpSpPr/>
          <p:nvPr userDrawn="1"/>
        </p:nvGrpSpPr>
        <p:grpSpPr>
          <a:xfrm>
            <a:off x="9966534" y="5725746"/>
            <a:ext cx="287809" cy="287734"/>
            <a:chOff x="8811795" y="6030005"/>
            <a:chExt cx="287734" cy="287734"/>
          </a:xfrm>
        </p:grpSpPr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FC2C2BC9-000B-4BE2-F662-AB2A9CC89091}"/>
                </a:ext>
              </a:extLst>
            </p:cNvPr>
            <p:cNvSpPr/>
            <p:nvPr/>
          </p:nvSpPr>
          <p:spPr>
            <a:xfrm>
              <a:off x="8811795" y="6099221"/>
              <a:ext cx="287734" cy="218145"/>
            </a:xfrm>
            <a:custGeom>
              <a:avLst/>
              <a:gdLst>
                <a:gd name="csX0" fmla="*/ 275533 w 287734"/>
                <a:gd name="csY0" fmla="*/ 21367 h 218145"/>
                <a:gd name="csX1" fmla="*/ 192410 w 287734"/>
                <a:gd name="csY1" fmla="*/ 73266 h 218145"/>
                <a:gd name="csX2" fmla="*/ 287734 w 287734"/>
                <a:gd name="csY2" fmla="*/ 197258 h 218145"/>
                <a:gd name="csX3" fmla="*/ 287682 w 287734"/>
                <a:gd name="csY3" fmla="*/ 197258 h 218145"/>
                <a:gd name="csX4" fmla="*/ 275533 w 287734"/>
                <a:gd name="csY4" fmla="*/ 197311 h 218145"/>
                <a:gd name="csX5" fmla="*/ 275533 w 287734"/>
                <a:gd name="csY5" fmla="*/ 209407 h 218145"/>
                <a:gd name="csX6" fmla="*/ 266794 w 287734"/>
                <a:gd name="csY6" fmla="*/ 218145 h 218145"/>
                <a:gd name="csX7" fmla="*/ 163103 w 287734"/>
                <a:gd name="csY7" fmla="*/ 109232 h 218145"/>
                <a:gd name="csX8" fmla="*/ 165128 w 287734"/>
                <a:gd name="csY8" fmla="*/ 88452 h 218145"/>
                <a:gd name="csX9" fmla="*/ 143867 w 287734"/>
                <a:gd name="csY9" fmla="*/ 86800 h 218145"/>
                <a:gd name="csX10" fmla="*/ 21314 w 287734"/>
                <a:gd name="csY10" fmla="*/ 197258 h 218145"/>
                <a:gd name="csX11" fmla="*/ 0 w 287734"/>
                <a:gd name="csY11" fmla="*/ 197258 h 218145"/>
                <a:gd name="csX12" fmla="*/ 143867 w 287734"/>
                <a:gd name="csY12" fmla="*/ 65486 h 218145"/>
                <a:gd name="csX13" fmla="*/ 171415 w 287734"/>
                <a:gd name="csY13" fmla="*/ 67937 h 218145"/>
                <a:gd name="csX14" fmla="*/ 275533 w 287734"/>
                <a:gd name="csY14" fmla="*/ 0 h 218145"/>
                <a:gd name="csX15" fmla="*/ 275533 w 287734"/>
                <a:gd name="csY15" fmla="*/ 21314 h 218145"/>
                <a:gd name="csX16" fmla="*/ 185908 w 287734"/>
                <a:gd name="csY16" fmla="*/ 93514 h 218145"/>
                <a:gd name="csX17" fmla="*/ 184417 w 287734"/>
                <a:gd name="csY17" fmla="*/ 109286 h 218145"/>
                <a:gd name="csX18" fmla="*/ 266421 w 287734"/>
                <a:gd name="csY18" fmla="*/ 196778 h 218145"/>
                <a:gd name="csX19" fmla="*/ 185908 w 287734"/>
                <a:gd name="csY19" fmla="*/ 93514 h 218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18145">
                  <a:moveTo>
                    <a:pt x="275533" y="21367"/>
                  </a:moveTo>
                  <a:cubicBezTo>
                    <a:pt x="238341" y="21367"/>
                    <a:pt x="206636" y="42787"/>
                    <a:pt x="192410" y="73266"/>
                  </a:cubicBezTo>
                  <a:cubicBezTo>
                    <a:pt x="247559" y="91382"/>
                    <a:pt x="287682" y="139498"/>
                    <a:pt x="287734" y="197258"/>
                  </a:cubicBezTo>
                  <a:lnTo>
                    <a:pt x="287682" y="197258"/>
                  </a:lnTo>
                  <a:cubicBezTo>
                    <a:pt x="287682" y="197258"/>
                    <a:pt x="275533" y="197311"/>
                    <a:pt x="275533" y="197311"/>
                  </a:cubicBezTo>
                  <a:lnTo>
                    <a:pt x="275533" y="209407"/>
                  </a:lnTo>
                  <a:lnTo>
                    <a:pt x="266794" y="218145"/>
                  </a:lnTo>
                  <a:cubicBezTo>
                    <a:pt x="209088" y="213829"/>
                    <a:pt x="163103" y="166992"/>
                    <a:pt x="163103" y="109232"/>
                  </a:cubicBezTo>
                  <a:cubicBezTo>
                    <a:pt x="163103" y="102146"/>
                    <a:pt x="163796" y="95165"/>
                    <a:pt x="165128" y="88452"/>
                  </a:cubicBezTo>
                  <a:cubicBezTo>
                    <a:pt x="158254" y="87386"/>
                    <a:pt x="151167" y="86800"/>
                    <a:pt x="143867" y="86800"/>
                  </a:cubicBezTo>
                  <a:cubicBezTo>
                    <a:pt x="75237" y="86800"/>
                    <a:pt x="21314" y="137207"/>
                    <a:pt x="21314" y="197258"/>
                  </a:cubicBezTo>
                  <a:lnTo>
                    <a:pt x="0" y="197258"/>
                  </a:lnTo>
                  <a:cubicBezTo>
                    <a:pt x="0" y="123566"/>
                    <a:pt x="65380" y="65486"/>
                    <a:pt x="143867" y="65486"/>
                  </a:cubicBezTo>
                  <a:cubicBezTo>
                    <a:pt x="153245" y="65486"/>
                    <a:pt x="162464" y="66339"/>
                    <a:pt x="171415" y="67937"/>
                  </a:cubicBezTo>
                  <a:cubicBezTo>
                    <a:pt x="188200" y="27974"/>
                    <a:pt x="228696" y="0"/>
                    <a:pt x="275533" y="0"/>
                  </a:cubicBezTo>
                  <a:lnTo>
                    <a:pt x="275533" y="21314"/>
                  </a:lnTo>
                  <a:close/>
                  <a:moveTo>
                    <a:pt x="185908" y="93514"/>
                  </a:moveTo>
                  <a:cubicBezTo>
                    <a:pt x="184950" y="98629"/>
                    <a:pt x="184417" y="103904"/>
                    <a:pt x="184417" y="109286"/>
                  </a:cubicBezTo>
                  <a:cubicBezTo>
                    <a:pt x="184417" y="154577"/>
                    <a:pt x="220117" y="192302"/>
                    <a:pt x="266421" y="196778"/>
                  </a:cubicBezTo>
                  <a:cubicBezTo>
                    <a:pt x="266155" y="149942"/>
                    <a:pt x="233118" y="109072"/>
                    <a:pt x="185908" y="93514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732A14A0-CE67-A38F-2017-ED27F13C5E07}"/>
                </a:ext>
              </a:extLst>
            </p:cNvPr>
            <p:cNvSpPr/>
            <p:nvPr/>
          </p:nvSpPr>
          <p:spPr>
            <a:xfrm>
              <a:off x="8849094" y="6067304"/>
              <a:ext cx="85254" cy="85254"/>
            </a:xfrm>
            <a:custGeom>
              <a:avLst/>
              <a:gdLst>
                <a:gd name="csX0" fmla="*/ 63941 w 85254"/>
                <a:gd name="csY0" fmla="*/ 42627 h 85254"/>
                <a:gd name="csX1" fmla="*/ 42627 w 85254"/>
                <a:gd name="csY1" fmla="*/ 21314 h 85254"/>
                <a:gd name="csX2" fmla="*/ 21314 w 85254"/>
                <a:gd name="csY2" fmla="*/ 42627 h 85254"/>
                <a:gd name="csX3" fmla="*/ 42627 w 85254"/>
                <a:gd name="csY3" fmla="*/ 63941 h 85254"/>
                <a:gd name="csX4" fmla="*/ 63941 w 85254"/>
                <a:gd name="csY4" fmla="*/ 42627 h 85254"/>
                <a:gd name="csX5" fmla="*/ 85255 w 85254"/>
                <a:gd name="csY5" fmla="*/ 42627 h 85254"/>
                <a:gd name="csX6" fmla="*/ 42627 w 85254"/>
                <a:gd name="csY6" fmla="*/ 85255 h 85254"/>
                <a:gd name="csX7" fmla="*/ 0 w 85254"/>
                <a:gd name="csY7" fmla="*/ 42627 h 85254"/>
                <a:gd name="csX8" fmla="*/ 42627 w 85254"/>
                <a:gd name="csY8" fmla="*/ 0 h 85254"/>
                <a:gd name="csX9" fmla="*/ 85255 w 85254"/>
                <a:gd name="csY9" fmla="*/ 42627 h 8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254" h="85254">
                  <a:moveTo>
                    <a:pt x="63941" y="42627"/>
                  </a:moveTo>
                  <a:cubicBezTo>
                    <a:pt x="63941" y="30851"/>
                    <a:pt x="54404" y="21314"/>
                    <a:pt x="42627" y="21314"/>
                  </a:cubicBezTo>
                  <a:cubicBezTo>
                    <a:pt x="30852" y="21314"/>
                    <a:pt x="21314" y="30851"/>
                    <a:pt x="21314" y="42627"/>
                  </a:cubicBezTo>
                  <a:cubicBezTo>
                    <a:pt x="21314" y="54403"/>
                    <a:pt x="30852" y="63941"/>
                    <a:pt x="42627" y="63941"/>
                  </a:cubicBezTo>
                  <a:cubicBezTo>
                    <a:pt x="54404" y="63941"/>
                    <a:pt x="63941" y="54403"/>
                    <a:pt x="63941" y="42627"/>
                  </a:cubicBezTo>
                  <a:close/>
                  <a:moveTo>
                    <a:pt x="85255" y="42627"/>
                  </a:moveTo>
                  <a:cubicBezTo>
                    <a:pt x="85255" y="66179"/>
                    <a:pt x="66179" y="85255"/>
                    <a:pt x="42627" y="85255"/>
                  </a:cubicBezTo>
                  <a:cubicBezTo>
                    <a:pt x="19076" y="85255"/>
                    <a:pt x="0" y="66179"/>
                    <a:pt x="0" y="42627"/>
                  </a:cubicBezTo>
                  <a:cubicBezTo>
                    <a:pt x="0" y="19075"/>
                    <a:pt x="19076" y="0"/>
                    <a:pt x="42627" y="0"/>
                  </a:cubicBezTo>
                  <a:cubicBezTo>
                    <a:pt x="66179" y="0"/>
                    <a:pt x="85255" y="19075"/>
                    <a:pt x="85255" y="4262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D03A6090-1DBA-36BA-3ED3-B6625AFF5FAB}"/>
                </a:ext>
              </a:extLst>
            </p:cNvPr>
            <p:cNvSpPr/>
            <p:nvPr/>
          </p:nvSpPr>
          <p:spPr>
            <a:xfrm>
              <a:off x="8811795" y="6030005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0800163-C14C-CBAC-BF1B-45FFD8CDAB59}"/>
              </a:ext>
            </a:extLst>
          </p:cNvPr>
          <p:cNvGrpSpPr/>
          <p:nvPr userDrawn="1"/>
        </p:nvGrpSpPr>
        <p:grpSpPr>
          <a:xfrm>
            <a:off x="1869625" y="4766632"/>
            <a:ext cx="287809" cy="287734"/>
            <a:chOff x="1613106" y="5070891"/>
            <a:chExt cx="287734" cy="287734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86A4B92F-4481-363C-2BE9-E22B973B66E2}"/>
                </a:ext>
              </a:extLst>
            </p:cNvPr>
            <p:cNvSpPr/>
            <p:nvPr/>
          </p:nvSpPr>
          <p:spPr>
            <a:xfrm>
              <a:off x="1613106" y="5070891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A11E746D-F448-A157-C27E-11CA9B79BC6A}"/>
                </a:ext>
              </a:extLst>
            </p:cNvPr>
            <p:cNvSpPr/>
            <p:nvPr/>
          </p:nvSpPr>
          <p:spPr>
            <a:xfrm>
              <a:off x="1709924" y="5173036"/>
              <a:ext cx="110085" cy="78754"/>
            </a:xfrm>
            <a:custGeom>
              <a:avLst/>
              <a:gdLst>
                <a:gd name="csX0" fmla="*/ 110085 w 110085"/>
                <a:gd name="csY0" fmla="*/ 14866 h 78754"/>
                <a:gd name="csX1" fmla="*/ 48009 w 110085"/>
                <a:gd name="csY1" fmla="*/ 78434 h 78754"/>
                <a:gd name="csX2" fmla="*/ 33036 w 110085"/>
                <a:gd name="csY2" fmla="*/ 78754 h 78754"/>
                <a:gd name="csX3" fmla="*/ 0 w 110085"/>
                <a:gd name="csY3" fmla="*/ 47423 h 78754"/>
                <a:gd name="csX4" fmla="*/ 14653 w 110085"/>
                <a:gd name="csY4" fmla="*/ 31970 h 78754"/>
                <a:gd name="csX5" fmla="*/ 40070 w 110085"/>
                <a:gd name="csY5" fmla="*/ 56055 h 78754"/>
                <a:gd name="csX6" fmla="*/ 94793 w 110085"/>
                <a:gd name="csY6" fmla="*/ 0 h 78754"/>
                <a:gd name="csX7" fmla="*/ 110032 w 110085"/>
                <a:gd name="csY7" fmla="*/ 14866 h 787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5" h="78754">
                  <a:moveTo>
                    <a:pt x="110085" y="14866"/>
                  </a:moveTo>
                  <a:lnTo>
                    <a:pt x="48009" y="78434"/>
                  </a:lnTo>
                  <a:lnTo>
                    <a:pt x="33036" y="78754"/>
                  </a:lnTo>
                  <a:lnTo>
                    <a:pt x="0" y="47423"/>
                  </a:lnTo>
                  <a:lnTo>
                    <a:pt x="14653" y="31970"/>
                  </a:lnTo>
                  <a:lnTo>
                    <a:pt x="40070" y="56055"/>
                  </a:lnTo>
                  <a:lnTo>
                    <a:pt x="94793" y="0"/>
                  </a:lnTo>
                  <a:lnTo>
                    <a:pt x="110032" y="1486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3116386-45A1-4AA7-5AFB-549F4E969C32}"/>
              </a:ext>
            </a:extLst>
          </p:cNvPr>
          <p:cNvGrpSpPr/>
          <p:nvPr userDrawn="1"/>
        </p:nvGrpSpPr>
        <p:grpSpPr>
          <a:xfrm>
            <a:off x="3015667" y="4766632"/>
            <a:ext cx="287809" cy="287734"/>
            <a:chOff x="2630834" y="5070891"/>
            <a:chExt cx="287734" cy="287734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61D92709-5337-2870-E58F-FE04B544CC19}"/>
                </a:ext>
              </a:extLst>
            </p:cNvPr>
            <p:cNvSpPr/>
            <p:nvPr/>
          </p:nvSpPr>
          <p:spPr>
            <a:xfrm>
              <a:off x="2759621" y="5135738"/>
              <a:ext cx="94099" cy="94099"/>
            </a:xfrm>
            <a:custGeom>
              <a:avLst/>
              <a:gdLst>
                <a:gd name="csX0" fmla="*/ 94100 w 94099"/>
                <a:gd name="csY0" fmla="*/ 15080 h 94099"/>
                <a:gd name="csX1" fmla="*/ 15080 w 94099"/>
                <a:gd name="csY1" fmla="*/ 94100 h 94099"/>
                <a:gd name="csX2" fmla="*/ 0 w 94099"/>
                <a:gd name="csY2" fmla="*/ 79020 h 94099"/>
                <a:gd name="csX3" fmla="*/ 79020 w 94099"/>
                <a:gd name="csY3" fmla="*/ 0 h 94099"/>
                <a:gd name="csX4" fmla="*/ 94100 w 94099"/>
                <a:gd name="csY4" fmla="*/ 15080 h 94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099" h="94099">
                  <a:moveTo>
                    <a:pt x="94100" y="15080"/>
                  </a:moveTo>
                  <a:lnTo>
                    <a:pt x="15080" y="94100"/>
                  </a:lnTo>
                  <a:lnTo>
                    <a:pt x="0" y="79020"/>
                  </a:lnTo>
                  <a:lnTo>
                    <a:pt x="79020" y="0"/>
                  </a:lnTo>
                  <a:lnTo>
                    <a:pt x="9410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FC2F1095-F49C-C082-B776-A3E4580B2745}"/>
                </a:ext>
              </a:extLst>
            </p:cNvPr>
            <p:cNvSpPr/>
            <p:nvPr/>
          </p:nvSpPr>
          <p:spPr>
            <a:xfrm>
              <a:off x="2744595" y="5184599"/>
              <a:ext cx="60317" cy="60317"/>
            </a:xfrm>
            <a:custGeom>
              <a:avLst/>
              <a:gdLst>
                <a:gd name="csX0" fmla="*/ 0 w 60317"/>
                <a:gd name="csY0" fmla="*/ 30159 h 60317"/>
                <a:gd name="csX1" fmla="*/ 30159 w 60317"/>
                <a:gd name="csY1" fmla="*/ 0 h 60317"/>
                <a:gd name="csX2" fmla="*/ 60318 w 60317"/>
                <a:gd name="csY2" fmla="*/ 30159 h 60317"/>
                <a:gd name="csX3" fmla="*/ 30159 w 60317"/>
                <a:gd name="csY3" fmla="*/ 60318 h 60317"/>
                <a:gd name="csX4" fmla="*/ 0 w 60317"/>
                <a:gd name="csY4" fmla="*/ 30159 h 60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317" h="60317">
                  <a:moveTo>
                    <a:pt x="0" y="30159"/>
                  </a:moveTo>
                  <a:lnTo>
                    <a:pt x="30159" y="0"/>
                  </a:lnTo>
                  <a:lnTo>
                    <a:pt x="60318" y="30159"/>
                  </a:lnTo>
                  <a:lnTo>
                    <a:pt x="30159" y="60318"/>
                  </a:lnTo>
                  <a:lnTo>
                    <a:pt x="0" y="3015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6A36E3AE-9E99-D3DD-E691-3EB1B5FAD3C8}"/>
                </a:ext>
              </a:extLst>
            </p:cNvPr>
            <p:cNvSpPr/>
            <p:nvPr/>
          </p:nvSpPr>
          <p:spPr>
            <a:xfrm>
              <a:off x="2744542" y="5184599"/>
              <a:ext cx="60317" cy="60317"/>
            </a:xfrm>
            <a:custGeom>
              <a:avLst/>
              <a:gdLst>
                <a:gd name="csX0" fmla="*/ 30159 w 60317"/>
                <a:gd name="csY0" fmla="*/ 0 h 60317"/>
                <a:gd name="csX1" fmla="*/ 60318 w 60317"/>
                <a:gd name="csY1" fmla="*/ 30159 h 60317"/>
                <a:gd name="csX2" fmla="*/ 30159 w 60317"/>
                <a:gd name="csY2" fmla="*/ 60318 h 60317"/>
                <a:gd name="csX3" fmla="*/ 0 w 60317"/>
                <a:gd name="csY3" fmla="*/ 30159 h 60317"/>
                <a:gd name="csX4" fmla="*/ 30159 w 60317"/>
                <a:gd name="csY4" fmla="*/ 0 h 60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317" h="60317">
                  <a:moveTo>
                    <a:pt x="30159" y="0"/>
                  </a:moveTo>
                  <a:lnTo>
                    <a:pt x="60318" y="30159"/>
                  </a:lnTo>
                  <a:lnTo>
                    <a:pt x="30159" y="60318"/>
                  </a:lnTo>
                  <a:lnTo>
                    <a:pt x="0" y="30159"/>
                  </a:lnTo>
                  <a:lnTo>
                    <a:pt x="30159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08E8B1F4-9832-2B8B-1027-7C468E98E4D5}"/>
                </a:ext>
              </a:extLst>
            </p:cNvPr>
            <p:cNvSpPr/>
            <p:nvPr/>
          </p:nvSpPr>
          <p:spPr>
            <a:xfrm>
              <a:off x="2630834" y="5070891"/>
              <a:ext cx="287734" cy="287734"/>
            </a:xfrm>
            <a:custGeom>
              <a:avLst/>
              <a:gdLst>
                <a:gd name="csX0" fmla="*/ 0 w 287734"/>
                <a:gd name="csY0" fmla="*/ 143867 h 287734"/>
                <a:gd name="csX1" fmla="*/ 143867 w 287734"/>
                <a:gd name="csY1" fmla="*/ 0 h 287734"/>
                <a:gd name="csX2" fmla="*/ 287734 w 287734"/>
                <a:gd name="csY2" fmla="*/ 143867 h 287734"/>
                <a:gd name="csX3" fmla="*/ 266421 w 287734"/>
                <a:gd name="csY3" fmla="*/ 143867 h 287734"/>
                <a:gd name="csX4" fmla="*/ 143867 w 287734"/>
                <a:gd name="csY4" fmla="*/ 21314 h 287734"/>
                <a:gd name="csX5" fmla="*/ 21314 w 287734"/>
                <a:gd name="csY5" fmla="*/ 143867 h 287734"/>
                <a:gd name="csX6" fmla="*/ 143867 w 287734"/>
                <a:gd name="csY6" fmla="*/ 266421 h 287734"/>
                <a:gd name="csX7" fmla="*/ 143867 w 287734"/>
                <a:gd name="csY7" fmla="*/ 287734 h 287734"/>
                <a:gd name="csX8" fmla="*/ 0 w 287734"/>
                <a:gd name="csY8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7734" h="287734">
                  <a:moveTo>
                    <a:pt x="0" y="143867"/>
                  </a:move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lnTo>
                    <a:pt x="266421" y="143867"/>
                  </a:ln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lnTo>
                    <a:pt x="143867" y="287734"/>
                  </a:lnTo>
                  <a:cubicBezTo>
                    <a:pt x="64421" y="287734"/>
                    <a:pt x="0" y="223314"/>
                    <a:pt x="0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1AA38AB9-4D15-EA96-2200-B33A3B89977E}"/>
                </a:ext>
              </a:extLst>
            </p:cNvPr>
            <p:cNvSpPr/>
            <p:nvPr/>
          </p:nvSpPr>
          <p:spPr>
            <a:xfrm>
              <a:off x="2673461" y="5113518"/>
              <a:ext cx="128041" cy="190597"/>
            </a:xfrm>
            <a:custGeom>
              <a:avLst/>
              <a:gdLst>
                <a:gd name="csX0" fmla="*/ 0 w 128041"/>
                <a:gd name="csY0" fmla="*/ 101240 h 190597"/>
                <a:gd name="csX1" fmla="*/ 101240 w 128041"/>
                <a:gd name="csY1" fmla="*/ 0 h 190597"/>
                <a:gd name="csX2" fmla="*/ 128042 w 128041"/>
                <a:gd name="csY2" fmla="*/ 3570 h 190597"/>
                <a:gd name="csX3" fmla="*/ 122394 w 128041"/>
                <a:gd name="csY3" fmla="*/ 24138 h 190597"/>
                <a:gd name="csX4" fmla="*/ 101240 w 128041"/>
                <a:gd name="csY4" fmla="*/ 21314 h 190597"/>
                <a:gd name="csX5" fmla="*/ 21314 w 128041"/>
                <a:gd name="csY5" fmla="*/ 101240 h 190597"/>
                <a:gd name="csX6" fmla="*/ 63621 w 128041"/>
                <a:gd name="csY6" fmla="*/ 171788 h 190597"/>
                <a:gd name="csX7" fmla="*/ 53604 w 128041"/>
                <a:gd name="csY7" fmla="*/ 190597 h 190597"/>
                <a:gd name="csX8" fmla="*/ 0 w 128041"/>
                <a:gd name="csY8" fmla="*/ 101240 h 19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8041" h="190597">
                  <a:moveTo>
                    <a:pt x="0" y="101240"/>
                  </a:moveTo>
                  <a:cubicBezTo>
                    <a:pt x="0" y="45345"/>
                    <a:pt x="45345" y="0"/>
                    <a:pt x="101240" y="0"/>
                  </a:cubicBezTo>
                  <a:cubicBezTo>
                    <a:pt x="110511" y="0"/>
                    <a:pt x="119463" y="1225"/>
                    <a:pt x="128042" y="3570"/>
                  </a:cubicBezTo>
                  <a:lnTo>
                    <a:pt x="122394" y="24138"/>
                  </a:lnTo>
                  <a:cubicBezTo>
                    <a:pt x="115680" y="22273"/>
                    <a:pt x="108593" y="21314"/>
                    <a:pt x="101240" y="21314"/>
                  </a:cubicBezTo>
                  <a:cubicBezTo>
                    <a:pt x="57121" y="21314"/>
                    <a:pt x="21314" y="57120"/>
                    <a:pt x="21314" y="101240"/>
                  </a:cubicBezTo>
                  <a:cubicBezTo>
                    <a:pt x="21314" y="131772"/>
                    <a:pt x="38418" y="158307"/>
                    <a:pt x="63621" y="171788"/>
                  </a:cubicBezTo>
                  <a:lnTo>
                    <a:pt x="53604" y="190597"/>
                  </a:lnTo>
                  <a:cubicBezTo>
                    <a:pt x="21740" y="173546"/>
                    <a:pt x="0" y="139977"/>
                    <a:pt x="0" y="101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B67A922-BEB1-71A0-7823-D24A74439291}"/>
              </a:ext>
            </a:extLst>
          </p:cNvPr>
          <p:cNvGrpSpPr/>
          <p:nvPr userDrawn="1"/>
        </p:nvGrpSpPr>
        <p:grpSpPr>
          <a:xfrm>
            <a:off x="4167039" y="4766632"/>
            <a:ext cx="287810" cy="287734"/>
            <a:chOff x="3653889" y="5070891"/>
            <a:chExt cx="287735" cy="287734"/>
          </a:xfrm>
        </p:grpSpPr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63BC698B-F90A-2DF4-DC2D-4F9CFA055BA8}"/>
                </a:ext>
              </a:extLst>
            </p:cNvPr>
            <p:cNvSpPr/>
            <p:nvPr/>
          </p:nvSpPr>
          <p:spPr>
            <a:xfrm>
              <a:off x="3760458" y="5177459"/>
              <a:ext cx="181166" cy="181166"/>
            </a:xfrm>
            <a:custGeom>
              <a:avLst/>
              <a:gdLst>
                <a:gd name="csX0" fmla="*/ 159852 w 181166"/>
                <a:gd name="csY0" fmla="*/ 21314 h 181166"/>
                <a:gd name="csX1" fmla="*/ 21314 w 181166"/>
                <a:gd name="csY1" fmla="*/ 21314 h 181166"/>
                <a:gd name="csX2" fmla="*/ 21314 w 181166"/>
                <a:gd name="csY2" fmla="*/ 159852 h 181166"/>
                <a:gd name="csX3" fmla="*/ 159852 w 181166"/>
                <a:gd name="csY3" fmla="*/ 159852 h 181166"/>
                <a:gd name="csX4" fmla="*/ 159852 w 181166"/>
                <a:gd name="csY4" fmla="*/ 21314 h 181166"/>
                <a:gd name="csX5" fmla="*/ 181166 w 181166"/>
                <a:gd name="csY5" fmla="*/ 159852 h 181166"/>
                <a:gd name="csX6" fmla="*/ 159852 w 181166"/>
                <a:gd name="csY6" fmla="*/ 181166 h 181166"/>
                <a:gd name="csX7" fmla="*/ 21314 w 181166"/>
                <a:gd name="csY7" fmla="*/ 181166 h 181166"/>
                <a:gd name="csX8" fmla="*/ 0 w 181166"/>
                <a:gd name="csY8" fmla="*/ 159852 h 181166"/>
                <a:gd name="csX9" fmla="*/ 0 w 181166"/>
                <a:gd name="csY9" fmla="*/ 21314 h 181166"/>
                <a:gd name="csX10" fmla="*/ 21314 w 181166"/>
                <a:gd name="csY10" fmla="*/ 0 h 181166"/>
                <a:gd name="csX11" fmla="*/ 159852 w 181166"/>
                <a:gd name="csY11" fmla="*/ 0 h 181166"/>
                <a:gd name="csX12" fmla="*/ 181166 w 181166"/>
                <a:gd name="csY12" fmla="*/ 21314 h 181166"/>
                <a:gd name="csX13" fmla="*/ 181166 w 181166"/>
                <a:gd name="csY13" fmla="*/ 159852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1166" h="181166">
                  <a:moveTo>
                    <a:pt x="159852" y="21314"/>
                  </a:moveTo>
                  <a:lnTo>
                    <a:pt x="21314" y="21314"/>
                  </a:lnTo>
                  <a:lnTo>
                    <a:pt x="21314" y="159852"/>
                  </a:lnTo>
                  <a:lnTo>
                    <a:pt x="159852" y="159852"/>
                  </a:lnTo>
                  <a:lnTo>
                    <a:pt x="159852" y="21314"/>
                  </a:lnTo>
                  <a:close/>
                  <a:moveTo>
                    <a:pt x="181166" y="159852"/>
                  </a:moveTo>
                  <a:lnTo>
                    <a:pt x="159852" y="181166"/>
                  </a:lnTo>
                  <a:lnTo>
                    <a:pt x="21314" y="181166"/>
                  </a:lnTo>
                  <a:lnTo>
                    <a:pt x="0" y="159852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59852" y="0"/>
                  </a:lnTo>
                  <a:lnTo>
                    <a:pt x="181166" y="21314"/>
                  </a:lnTo>
                  <a:lnTo>
                    <a:pt x="181166" y="1598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8B2F1A8-1C37-9B8C-A00B-D7FC63B8CA3D}"/>
                </a:ext>
              </a:extLst>
            </p:cNvPr>
            <p:cNvSpPr/>
            <p:nvPr/>
          </p:nvSpPr>
          <p:spPr>
            <a:xfrm>
              <a:off x="3653889" y="5070891"/>
              <a:ext cx="181166" cy="181166"/>
            </a:xfrm>
            <a:custGeom>
              <a:avLst/>
              <a:gdLst>
                <a:gd name="csX0" fmla="*/ 21314 w 181166"/>
                <a:gd name="csY0" fmla="*/ 0 h 181166"/>
                <a:gd name="csX1" fmla="*/ 0 w 181166"/>
                <a:gd name="csY1" fmla="*/ 21314 h 181166"/>
                <a:gd name="csX2" fmla="*/ 0 w 181166"/>
                <a:gd name="csY2" fmla="*/ 159852 h 181166"/>
                <a:gd name="csX3" fmla="*/ 21314 w 181166"/>
                <a:gd name="csY3" fmla="*/ 181166 h 181166"/>
                <a:gd name="csX4" fmla="*/ 85255 w 181166"/>
                <a:gd name="csY4" fmla="*/ 181166 h 181166"/>
                <a:gd name="csX5" fmla="*/ 85255 w 181166"/>
                <a:gd name="csY5" fmla="*/ 159852 h 181166"/>
                <a:gd name="csX6" fmla="*/ 21314 w 181166"/>
                <a:gd name="csY6" fmla="*/ 159852 h 181166"/>
                <a:gd name="csX7" fmla="*/ 21314 w 181166"/>
                <a:gd name="csY7" fmla="*/ 21314 h 181166"/>
                <a:gd name="csX8" fmla="*/ 159852 w 181166"/>
                <a:gd name="csY8" fmla="*/ 21314 h 181166"/>
                <a:gd name="csX9" fmla="*/ 159852 w 181166"/>
                <a:gd name="csY9" fmla="*/ 85255 h 181166"/>
                <a:gd name="csX10" fmla="*/ 181166 w 181166"/>
                <a:gd name="csY10" fmla="*/ 85255 h 181166"/>
                <a:gd name="csX11" fmla="*/ 181166 w 181166"/>
                <a:gd name="csY11" fmla="*/ 21314 h 181166"/>
                <a:gd name="csX12" fmla="*/ 159852 w 181166"/>
                <a:gd name="csY12" fmla="*/ 0 h 181166"/>
                <a:gd name="csX13" fmla="*/ 21314 w 181166"/>
                <a:gd name="csY13" fmla="*/ 0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1166" h="181166">
                  <a:moveTo>
                    <a:pt x="21314" y="0"/>
                  </a:moveTo>
                  <a:lnTo>
                    <a:pt x="0" y="21314"/>
                  </a:lnTo>
                  <a:lnTo>
                    <a:pt x="0" y="159852"/>
                  </a:lnTo>
                  <a:lnTo>
                    <a:pt x="21314" y="181166"/>
                  </a:lnTo>
                  <a:lnTo>
                    <a:pt x="85255" y="181166"/>
                  </a:lnTo>
                  <a:lnTo>
                    <a:pt x="85255" y="159852"/>
                  </a:lnTo>
                  <a:lnTo>
                    <a:pt x="21314" y="159852"/>
                  </a:lnTo>
                  <a:lnTo>
                    <a:pt x="21314" y="21314"/>
                  </a:lnTo>
                  <a:lnTo>
                    <a:pt x="159852" y="21314"/>
                  </a:lnTo>
                  <a:lnTo>
                    <a:pt x="159852" y="85255"/>
                  </a:lnTo>
                  <a:lnTo>
                    <a:pt x="181166" y="85255"/>
                  </a:lnTo>
                  <a:lnTo>
                    <a:pt x="181166" y="21314"/>
                  </a:lnTo>
                  <a:lnTo>
                    <a:pt x="159852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25D2603-2E7C-D8BD-98E3-52F8D8165F96}"/>
              </a:ext>
            </a:extLst>
          </p:cNvPr>
          <p:cNvGrpSpPr/>
          <p:nvPr userDrawn="1"/>
        </p:nvGrpSpPr>
        <p:grpSpPr>
          <a:xfrm>
            <a:off x="6496431" y="4766578"/>
            <a:ext cx="287809" cy="287788"/>
            <a:chOff x="5726643" y="5070837"/>
            <a:chExt cx="287734" cy="287788"/>
          </a:xfrm>
        </p:grpSpPr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9A7FE421-B2B3-D5AB-6984-54C69AD63CA4}"/>
                </a:ext>
              </a:extLst>
            </p:cNvPr>
            <p:cNvSpPr/>
            <p:nvPr/>
          </p:nvSpPr>
          <p:spPr>
            <a:xfrm>
              <a:off x="5726643" y="5070837"/>
              <a:ext cx="287734" cy="211964"/>
            </a:xfrm>
            <a:custGeom>
              <a:avLst/>
              <a:gdLst>
                <a:gd name="csX0" fmla="*/ 266420 w 287734"/>
                <a:gd name="csY0" fmla="*/ 21367 h 211964"/>
                <a:gd name="csX1" fmla="*/ 21313 w 287734"/>
                <a:gd name="csY1" fmla="*/ 21367 h 211964"/>
                <a:gd name="csX2" fmla="*/ 21313 w 287734"/>
                <a:gd name="csY2" fmla="*/ 190704 h 211964"/>
                <a:gd name="csX3" fmla="*/ 266420 w 287734"/>
                <a:gd name="csY3" fmla="*/ 190704 h 211964"/>
                <a:gd name="csX4" fmla="*/ 266420 w 287734"/>
                <a:gd name="csY4" fmla="*/ 21367 h 211964"/>
                <a:gd name="csX5" fmla="*/ 287734 w 287734"/>
                <a:gd name="csY5" fmla="*/ 190650 h 211964"/>
                <a:gd name="csX6" fmla="*/ 266420 w 287734"/>
                <a:gd name="csY6" fmla="*/ 211964 h 211964"/>
                <a:gd name="csX7" fmla="*/ 21313 w 287734"/>
                <a:gd name="csY7" fmla="*/ 211964 h 211964"/>
                <a:gd name="csX8" fmla="*/ 0 w 287734"/>
                <a:gd name="csY8" fmla="*/ 190650 h 211964"/>
                <a:gd name="csX9" fmla="*/ 0 w 287734"/>
                <a:gd name="csY9" fmla="*/ 0 h 211964"/>
                <a:gd name="csX10" fmla="*/ 287734 w 287734"/>
                <a:gd name="csY10" fmla="*/ 0 h 211964"/>
                <a:gd name="csX11" fmla="*/ 287734 w 287734"/>
                <a:gd name="csY11" fmla="*/ 190650 h 2119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87734" h="211964">
                  <a:moveTo>
                    <a:pt x="266420" y="21367"/>
                  </a:moveTo>
                  <a:lnTo>
                    <a:pt x="21313" y="21367"/>
                  </a:lnTo>
                  <a:lnTo>
                    <a:pt x="21313" y="190704"/>
                  </a:lnTo>
                  <a:lnTo>
                    <a:pt x="266420" y="190704"/>
                  </a:lnTo>
                  <a:lnTo>
                    <a:pt x="266420" y="21367"/>
                  </a:lnTo>
                  <a:close/>
                  <a:moveTo>
                    <a:pt x="287734" y="190650"/>
                  </a:moveTo>
                  <a:lnTo>
                    <a:pt x="266420" y="211964"/>
                  </a:lnTo>
                  <a:lnTo>
                    <a:pt x="21313" y="211964"/>
                  </a:lnTo>
                  <a:lnTo>
                    <a:pt x="0" y="190650"/>
                  </a:lnTo>
                  <a:lnTo>
                    <a:pt x="0" y="0"/>
                  </a:lnTo>
                  <a:lnTo>
                    <a:pt x="287734" y="0"/>
                  </a:lnTo>
                  <a:lnTo>
                    <a:pt x="287734" y="19065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780DD5BF-121D-AB74-B9A4-169CAB7C2757}"/>
                </a:ext>
              </a:extLst>
            </p:cNvPr>
            <p:cNvSpPr/>
            <p:nvPr/>
          </p:nvSpPr>
          <p:spPr>
            <a:xfrm>
              <a:off x="5859853" y="5268042"/>
              <a:ext cx="21313" cy="90583"/>
            </a:xfrm>
            <a:custGeom>
              <a:avLst/>
              <a:gdLst>
                <a:gd name="csX0" fmla="*/ 21314 w 21313"/>
                <a:gd name="csY0" fmla="*/ 90583 h 90583"/>
                <a:gd name="csX1" fmla="*/ 0 w 21313"/>
                <a:gd name="csY1" fmla="*/ 90583 h 90583"/>
                <a:gd name="csX2" fmla="*/ 0 w 21313"/>
                <a:gd name="csY2" fmla="*/ 0 h 90583"/>
                <a:gd name="csX3" fmla="*/ 21314 w 21313"/>
                <a:gd name="csY3" fmla="*/ 0 h 90583"/>
                <a:gd name="csX4" fmla="*/ 21314 w 21313"/>
                <a:gd name="csY4" fmla="*/ 90583 h 905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0583">
                  <a:moveTo>
                    <a:pt x="21314" y="90583"/>
                  </a:moveTo>
                  <a:lnTo>
                    <a:pt x="0" y="90583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058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5295BAA2-5FF2-20FE-1D22-2BBE42A97766}"/>
                </a:ext>
              </a:extLst>
            </p:cNvPr>
            <p:cNvSpPr/>
            <p:nvPr/>
          </p:nvSpPr>
          <p:spPr>
            <a:xfrm>
              <a:off x="5863317" y="5276141"/>
              <a:ext cx="86320" cy="82324"/>
            </a:xfrm>
            <a:custGeom>
              <a:avLst/>
              <a:gdLst>
                <a:gd name="csX0" fmla="*/ 86321 w 86320"/>
                <a:gd name="csY0" fmla="*/ 66605 h 82324"/>
                <a:gd name="csX1" fmla="*/ 71934 w 86320"/>
                <a:gd name="csY1" fmla="*/ 82324 h 82324"/>
                <a:gd name="csX2" fmla="*/ 0 w 86320"/>
                <a:gd name="csY2" fmla="*/ 15719 h 82324"/>
                <a:gd name="csX3" fmla="*/ 14387 w 86320"/>
                <a:gd name="csY3" fmla="*/ 0 h 82324"/>
                <a:gd name="csX4" fmla="*/ 86321 w 86320"/>
                <a:gd name="csY4" fmla="*/ 66605 h 8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320" h="82324">
                  <a:moveTo>
                    <a:pt x="86321" y="66605"/>
                  </a:moveTo>
                  <a:lnTo>
                    <a:pt x="71934" y="82324"/>
                  </a:lnTo>
                  <a:lnTo>
                    <a:pt x="0" y="15719"/>
                  </a:lnTo>
                  <a:lnTo>
                    <a:pt x="14387" y="0"/>
                  </a:lnTo>
                  <a:lnTo>
                    <a:pt x="86321" y="666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2AD9CB72-656D-CCA4-1065-9C64DEF1586A}"/>
                </a:ext>
              </a:extLst>
            </p:cNvPr>
            <p:cNvSpPr/>
            <p:nvPr/>
          </p:nvSpPr>
          <p:spPr>
            <a:xfrm>
              <a:off x="5791383" y="5276194"/>
              <a:ext cx="86320" cy="82324"/>
            </a:xfrm>
            <a:custGeom>
              <a:avLst/>
              <a:gdLst>
                <a:gd name="csX0" fmla="*/ 0 w 86320"/>
                <a:gd name="csY0" fmla="*/ 66605 h 82324"/>
                <a:gd name="csX1" fmla="*/ 14387 w 86320"/>
                <a:gd name="csY1" fmla="*/ 82324 h 82324"/>
                <a:gd name="csX2" fmla="*/ 86321 w 86320"/>
                <a:gd name="csY2" fmla="*/ 15719 h 82324"/>
                <a:gd name="csX3" fmla="*/ 71934 w 86320"/>
                <a:gd name="csY3" fmla="*/ 0 h 82324"/>
                <a:gd name="csX4" fmla="*/ 0 w 86320"/>
                <a:gd name="csY4" fmla="*/ 66605 h 8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320" h="82324">
                  <a:moveTo>
                    <a:pt x="0" y="66605"/>
                  </a:moveTo>
                  <a:lnTo>
                    <a:pt x="14387" y="82324"/>
                  </a:lnTo>
                  <a:lnTo>
                    <a:pt x="86321" y="15719"/>
                  </a:lnTo>
                  <a:lnTo>
                    <a:pt x="71934" y="0"/>
                  </a:lnTo>
                  <a:lnTo>
                    <a:pt x="0" y="666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CF8AD2D1-8290-2B42-4B25-43B650874431}"/>
                </a:ext>
              </a:extLst>
            </p:cNvPr>
            <p:cNvSpPr/>
            <p:nvPr/>
          </p:nvSpPr>
          <p:spPr>
            <a:xfrm>
              <a:off x="5923794" y="5124175"/>
              <a:ext cx="21313" cy="106568"/>
            </a:xfrm>
            <a:custGeom>
              <a:avLst/>
              <a:gdLst>
                <a:gd name="csX0" fmla="*/ 21314 w 21313"/>
                <a:gd name="csY0" fmla="*/ 106568 h 106568"/>
                <a:gd name="csX1" fmla="*/ 0 w 21313"/>
                <a:gd name="csY1" fmla="*/ 106568 h 106568"/>
                <a:gd name="csX2" fmla="*/ 0 w 21313"/>
                <a:gd name="csY2" fmla="*/ 0 h 106568"/>
                <a:gd name="csX3" fmla="*/ 21314 w 21313"/>
                <a:gd name="csY3" fmla="*/ 0 h 106568"/>
                <a:gd name="csX4" fmla="*/ 21314 w 21313"/>
                <a:gd name="csY4" fmla="*/ 106568 h 10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06568">
                  <a:moveTo>
                    <a:pt x="21314" y="106568"/>
                  </a:moveTo>
                  <a:lnTo>
                    <a:pt x="0" y="106568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0656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C6384D4-372B-1DB6-D95A-5E42D2B8B7D9}"/>
                </a:ext>
              </a:extLst>
            </p:cNvPr>
            <p:cNvSpPr/>
            <p:nvPr/>
          </p:nvSpPr>
          <p:spPr>
            <a:xfrm>
              <a:off x="5859853" y="5156145"/>
              <a:ext cx="21313" cy="74597"/>
            </a:xfrm>
            <a:custGeom>
              <a:avLst/>
              <a:gdLst>
                <a:gd name="csX0" fmla="*/ 21314 w 21313"/>
                <a:gd name="csY0" fmla="*/ 74598 h 74597"/>
                <a:gd name="csX1" fmla="*/ 0 w 21313"/>
                <a:gd name="csY1" fmla="*/ 74598 h 74597"/>
                <a:gd name="csX2" fmla="*/ 0 w 21313"/>
                <a:gd name="csY2" fmla="*/ 0 h 74597"/>
                <a:gd name="csX3" fmla="*/ 21314 w 21313"/>
                <a:gd name="csY3" fmla="*/ 0 h 74597"/>
                <a:gd name="csX4" fmla="*/ 21314 w 21313"/>
                <a:gd name="csY4" fmla="*/ 74598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74597">
                  <a:moveTo>
                    <a:pt x="21314" y="74598"/>
                  </a:moveTo>
                  <a:lnTo>
                    <a:pt x="0" y="74598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7459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6BCC104-0004-85E1-A1EA-032A698D9478}"/>
                </a:ext>
              </a:extLst>
            </p:cNvPr>
            <p:cNvSpPr/>
            <p:nvPr/>
          </p:nvSpPr>
          <p:spPr>
            <a:xfrm>
              <a:off x="5795912" y="5182788"/>
              <a:ext cx="21313" cy="47955"/>
            </a:xfrm>
            <a:custGeom>
              <a:avLst/>
              <a:gdLst>
                <a:gd name="csX0" fmla="*/ 21314 w 21313"/>
                <a:gd name="csY0" fmla="*/ 47956 h 47955"/>
                <a:gd name="csX1" fmla="*/ 0 w 21313"/>
                <a:gd name="csY1" fmla="*/ 47956 h 47955"/>
                <a:gd name="csX2" fmla="*/ 0 w 21313"/>
                <a:gd name="csY2" fmla="*/ 0 h 47955"/>
                <a:gd name="csX3" fmla="*/ 21314 w 21313"/>
                <a:gd name="csY3" fmla="*/ 0 h 47955"/>
                <a:gd name="csX4" fmla="*/ 21314 w 21313"/>
                <a:gd name="csY4" fmla="*/ 47956 h 47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47955">
                  <a:moveTo>
                    <a:pt x="21314" y="47956"/>
                  </a:moveTo>
                  <a:lnTo>
                    <a:pt x="0" y="47956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4795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C3DA63-787A-11D3-916A-498D0A9E10A4}"/>
              </a:ext>
            </a:extLst>
          </p:cNvPr>
          <p:cNvGrpSpPr/>
          <p:nvPr userDrawn="1"/>
        </p:nvGrpSpPr>
        <p:grpSpPr>
          <a:xfrm>
            <a:off x="7653132" y="4766632"/>
            <a:ext cx="287809" cy="287734"/>
            <a:chOff x="6755027" y="5070891"/>
            <a:chExt cx="287734" cy="287734"/>
          </a:xfrm>
        </p:grpSpPr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1496AC63-BD03-A1A4-0837-41799607349E}"/>
                </a:ext>
              </a:extLst>
            </p:cNvPr>
            <p:cNvSpPr/>
            <p:nvPr/>
          </p:nvSpPr>
          <p:spPr>
            <a:xfrm>
              <a:off x="6891381" y="5070891"/>
              <a:ext cx="151379" cy="151380"/>
            </a:xfrm>
            <a:custGeom>
              <a:avLst/>
              <a:gdLst>
                <a:gd name="csX0" fmla="*/ 53870 w 151379"/>
                <a:gd name="csY0" fmla="*/ 41668 h 151380"/>
                <a:gd name="csX1" fmla="*/ 53870 w 151379"/>
                <a:gd name="csY1" fmla="*/ 82430 h 151380"/>
                <a:gd name="csX2" fmla="*/ 0 w 151379"/>
                <a:gd name="csY2" fmla="*/ 136301 h 151380"/>
                <a:gd name="csX3" fmla="*/ 15026 w 151379"/>
                <a:gd name="csY3" fmla="*/ 151380 h 151380"/>
                <a:gd name="csX4" fmla="*/ 68949 w 151379"/>
                <a:gd name="csY4" fmla="*/ 97510 h 151380"/>
                <a:gd name="csX5" fmla="*/ 109712 w 151379"/>
                <a:gd name="csY5" fmla="*/ 97510 h 151380"/>
                <a:gd name="csX6" fmla="*/ 151380 w 151379"/>
                <a:gd name="csY6" fmla="*/ 55842 h 151380"/>
                <a:gd name="csX7" fmla="*/ 151380 w 151379"/>
                <a:gd name="csY7" fmla="*/ 28827 h 151380"/>
                <a:gd name="csX8" fmla="*/ 132144 w 151379"/>
                <a:gd name="csY8" fmla="*/ 19235 h 151380"/>
                <a:gd name="csX9" fmla="*/ 122554 w 151379"/>
                <a:gd name="csY9" fmla="*/ 0 h 151380"/>
                <a:gd name="csX10" fmla="*/ 95538 w 151379"/>
                <a:gd name="csY10" fmla="*/ 0 h 151380"/>
                <a:gd name="csX11" fmla="*/ 53870 w 151379"/>
                <a:gd name="csY11" fmla="*/ 41668 h 151380"/>
                <a:gd name="csX12" fmla="*/ 114668 w 151379"/>
                <a:gd name="csY12" fmla="*/ 31917 h 151380"/>
                <a:gd name="csX13" fmla="*/ 116266 w 151379"/>
                <a:gd name="csY13" fmla="*/ 35114 h 151380"/>
                <a:gd name="csX14" fmla="*/ 119463 w 151379"/>
                <a:gd name="csY14" fmla="*/ 36713 h 151380"/>
                <a:gd name="csX15" fmla="*/ 133370 w 151379"/>
                <a:gd name="csY15" fmla="*/ 43693 h 151380"/>
                <a:gd name="csX16" fmla="*/ 100867 w 151379"/>
                <a:gd name="csY16" fmla="*/ 76196 h 151380"/>
                <a:gd name="csX17" fmla="*/ 75184 w 151379"/>
                <a:gd name="csY17" fmla="*/ 76196 h 151380"/>
                <a:gd name="csX18" fmla="*/ 75184 w 151379"/>
                <a:gd name="csY18" fmla="*/ 50513 h 151380"/>
                <a:gd name="csX19" fmla="*/ 107687 w 151379"/>
                <a:gd name="csY19" fmla="*/ 18010 h 151380"/>
                <a:gd name="csX20" fmla="*/ 114668 w 151379"/>
                <a:gd name="csY20" fmla="*/ 31970 h 151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1379" h="151380">
                  <a:moveTo>
                    <a:pt x="53870" y="41668"/>
                  </a:moveTo>
                  <a:lnTo>
                    <a:pt x="53870" y="82430"/>
                  </a:lnTo>
                  <a:lnTo>
                    <a:pt x="0" y="136301"/>
                  </a:lnTo>
                  <a:lnTo>
                    <a:pt x="15026" y="151380"/>
                  </a:lnTo>
                  <a:lnTo>
                    <a:pt x="68949" y="97510"/>
                  </a:lnTo>
                  <a:lnTo>
                    <a:pt x="109712" y="97510"/>
                  </a:lnTo>
                  <a:lnTo>
                    <a:pt x="151380" y="55842"/>
                  </a:lnTo>
                  <a:lnTo>
                    <a:pt x="151380" y="28827"/>
                  </a:lnTo>
                  <a:lnTo>
                    <a:pt x="132144" y="19235"/>
                  </a:lnTo>
                  <a:lnTo>
                    <a:pt x="122554" y="0"/>
                  </a:lnTo>
                  <a:lnTo>
                    <a:pt x="95538" y="0"/>
                  </a:lnTo>
                  <a:lnTo>
                    <a:pt x="53870" y="41668"/>
                  </a:lnTo>
                  <a:close/>
                  <a:moveTo>
                    <a:pt x="114668" y="31917"/>
                  </a:moveTo>
                  <a:lnTo>
                    <a:pt x="116266" y="35114"/>
                  </a:lnTo>
                  <a:lnTo>
                    <a:pt x="119463" y="36713"/>
                  </a:lnTo>
                  <a:lnTo>
                    <a:pt x="133370" y="43693"/>
                  </a:lnTo>
                  <a:lnTo>
                    <a:pt x="100867" y="76196"/>
                  </a:lnTo>
                  <a:lnTo>
                    <a:pt x="75184" y="76196"/>
                  </a:lnTo>
                  <a:lnTo>
                    <a:pt x="75184" y="50513"/>
                  </a:lnTo>
                  <a:lnTo>
                    <a:pt x="107687" y="18010"/>
                  </a:lnTo>
                  <a:lnTo>
                    <a:pt x="114668" y="3197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F6C7DAE6-2998-9890-CCC8-5DCEE906F5DB}"/>
                </a:ext>
              </a:extLst>
            </p:cNvPr>
            <p:cNvSpPr/>
            <p:nvPr/>
          </p:nvSpPr>
          <p:spPr>
            <a:xfrm>
              <a:off x="6755027" y="5070891"/>
              <a:ext cx="287734" cy="287734"/>
            </a:xfrm>
            <a:custGeom>
              <a:avLst/>
              <a:gdLst>
                <a:gd name="csX0" fmla="*/ 143867 w 287734"/>
                <a:gd name="csY0" fmla="*/ 287734 h 287734"/>
                <a:gd name="csX1" fmla="*/ 0 w 287734"/>
                <a:gd name="csY1" fmla="*/ 143867 h 287734"/>
                <a:gd name="csX2" fmla="*/ 143867 w 287734"/>
                <a:gd name="csY2" fmla="*/ 0 h 287734"/>
                <a:gd name="csX3" fmla="*/ 143867 w 287734"/>
                <a:gd name="csY3" fmla="*/ 21314 h 287734"/>
                <a:gd name="csX4" fmla="*/ 21314 w 287734"/>
                <a:gd name="csY4" fmla="*/ 143867 h 287734"/>
                <a:gd name="csX5" fmla="*/ 143867 w 287734"/>
                <a:gd name="csY5" fmla="*/ 266421 h 287734"/>
                <a:gd name="csX6" fmla="*/ 266421 w 287734"/>
                <a:gd name="csY6" fmla="*/ 143867 h 287734"/>
                <a:gd name="csX7" fmla="*/ 287734 w 287734"/>
                <a:gd name="csY7" fmla="*/ 143867 h 287734"/>
                <a:gd name="csX8" fmla="*/ 143867 w 287734"/>
                <a:gd name="csY8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7734" h="287734">
                  <a:moveTo>
                    <a:pt x="143867" y="287734"/>
                  </a:move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lnTo>
                    <a:pt x="143867" y="21314"/>
                  </a:lnTo>
                  <a:cubicBezTo>
                    <a:pt x="76197" y="21314"/>
                    <a:pt x="21314" y="76196"/>
                    <a:pt x="21314" y="143867"/>
                  </a:cubicBezTo>
                  <a:cubicBezTo>
                    <a:pt x="21314" y="211538"/>
                    <a:pt x="76197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lnTo>
                    <a:pt x="287734" y="143867"/>
                  </a:lnTo>
                  <a:cubicBezTo>
                    <a:pt x="287734" y="223314"/>
                    <a:pt x="223314" y="287734"/>
                    <a:pt x="143867" y="287734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3111C18A-B361-63D2-4A5E-EC15D1B96FDE}"/>
                </a:ext>
              </a:extLst>
            </p:cNvPr>
            <p:cNvSpPr/>
            <p:nvPr/>
          </p:nvSpPr>
          <p:spPr>
            <a:xfrm>
              <a:off x="6818968" y="5134832"/>
              <a:ext cx="159852" cy="159852"/>
            </a:xfrm>
            <a:custGeom>
              <a:avLst/>
              <a:gdLst>
                <a:gd name="csX0" fmla="*/ 79926 w 159852"/>
                <a:gd name="csY0" fmla="*/ 159852 h 159852"/>
                <a:gd name="csX1" fmla="*/ 0 w 159852"/>
                <a:gd name="csY1" fmla="*/ 79926 h 159852"/>
                <a:gd name="csX2" fmla="*/ 79926 w 159852"/>
                <a:gd name="csY2" fmla="*/ 0 h 159852"/>
                <a:gd name="csX3" fmla="*/ 79926 w 159852"/>
                <a:gd name="csY3" fmla="*/ 21314 h 159852"/>
                <a:gd name="csX4" fmla="*/ 21314 w 159852"/>
                <a:gd name="csY4" fmla="*/ 79926 h 159852"/>
                <a:gd name="csX5" fmla="*/ 79926 w 159852"/>
                <a:gd name="csY5" fmla="*/ 138539 h 159852"/>
                <a:gd name="csX6" fmla="*/ 138539 w 159852"/>
                <a:gd name="csY6" fmla="*/ 79926 h 159852"/>
                <a:gd name="csX7" fmla="*/ 159852 w 159852"/>
                <a:gd name="csY7" fmla="*/ 79926 h 159852"/>
                <a:gd name="csX8" fmla="*/ 79926 w 159852"/>
                <a:gd name="csY8" fmla="*/ 159852 h 159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9852" h="159852">
                  <a:moveTo>
                    <a:pt x="79926" y="159852"/>
                  </a:moveTo>
                  <a:cubicBezTo>
                    <a:pt x="35807" y="159852"/>
                    <a:pt x="0" y="124045"/>
                    <a:pt x="0" y="79926"/>
                  </a:cubicBezTo>
                  <a:cubicBezTo>
                    <a:pt x="0" y="35807"/>
                    <a:pt x="35807" y="0"/>
                    <a:pt x="79926" y="0"/>
                  </a:cubicBezTo>
                  <a:lnTo>
                    <a:pt x="79926" y="21314"/>
                  </a:lnTo>
                  <a:cubicBezTo>
                    <a:pt x="47530" y="21314"/>
                    <a:pt x="21314" y="47529"/>
                    <a:pt x="21314" y="79926"/>
                  </a:cubicBezTo>
                  <a:cubicBezTo>
                    <a:pt x="21314" y="112323"/>
                    <a:pt x="47530" y="138539"/>
                    <a:pt x="79926" y="138539"/>
                  </a:cubicBezTo>
                  <a:cubicBezTo>
                    <a:pt x="112323" y="138539"/>
                    <a:pt x="138539" y="112323"/>
                    <a:pt x="138539" y="79926"/>
                  </a:cubicBezTo>
                  <a:lnTo>
                    <a:pt x="159852" y="79926"/>
                  </a:lnTo>
                  <a:cubicBezTo>
                    <a:pt x="159852" y="124045"/>
                    <a:pt x="124046" y="159852"/>
                    <a:pt x="79926" y="15985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CCD1CEA-C556-8665-9776-6ECAB38BD341}"/>
              </a:ext>
            </a:extLst>
          </p:cNvPr>
          <p:cNvGrpSpPr/>
          <p:nvPr userDrawn="1"/>
        </p:nvGrpSpPr>
        <p:grpSpPr>
          <a:xfrm>
            <a:off x="9966534" y="4766632"/>
            <a:ext cx="287809" cy="287734"/>
            <a:chOff x="8811795" y="5070891"/>
            <a:chExt cx="287734" cy="287734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B2E9452F-8695-60D0-F6D1-C67DD95085EF}"/>
                </a:ext>
              </a:extLst>
            </p:cNvPr>
            <p:cNvSpPr/>
            <p:nvPr/>
          </p:nvSpPr>
          <p:spPr>
            <a:xfrm>
              <a:off x="8811795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87734 w 287734"/>
                <a:gd name="csY5" fmla="*/ 143867 h 287734"/>
                <a:gd name="csX6" fmla="*/ 143867 w 287734"/>
                <a:gd name="csY6" fmla="*/ 287734 h 287734"/>
                <a:gd name="csX7" fmla="*/ 0 w 287734"/>
                <a:gd name="csY7" fmla="*/ 143867 h 287734"/>
                <a:gd name="csX8" fmla="*/ 143867 w 287734"/>
                <a:gd name="csY8" fmla="*/ 0 h 287734"/>
                <a:gd name="csX9" fmla="*/ 287734 w 287734"/>
                <a:gd name="csY9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7" y="21314"/>
                    <a:pt x="21314" y="76196"/>
                    <a:pt x="21314" y="143867"/>
                  </a:cubicBezTo>
                  <a:cubicBezTo>
                    <a:pt x="21314" y="211538"/>
                    <a:pt x="76197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1E67D20C-15DD-96B2-157A-F598D5CE8FD2}"/>
                </a:ext>
              </a:extLst>
            </p:cNvPr>
            <p:cNvSpPr/>
            <p:nvPr/>
          </p:nvSpPr>
          <p:spPr>
            <a:xfrm>
              <a:off x="8900194" y="5159236"/>
              <a:ext cx="110937" cy="110990"/>
            </a:xfrm>
            <a:custGeom>
              <a:avLst/>
              <a:gdLst>
                <a:gd name="csX0" fmla="*/ 15026 w 110937"/>
                <a:gd name="csY0" fmla="*/ 110991 h 110990"/>
                <a:gd name="csX1" fmla="*/ 0 w 110937"/>
                <a:gd name="csY1" fmla="*/ 95911 h 110990"/>
                <a:gd name="csX2" fmla="*/ 95911 w 110937"/>
                <a:gd name="csY2" fmla="*/ 0 h 110990"/>
                <a:gd name="csX3" fmla="*/ 110937 w 110937"/>
                <a:gd name="csY3" fmla="*/ 15080 h 110990"/>
                <a:gd name="csX4" fmla="*/ 15026 w 110937"/>
                <a:gd name="csY4" fmla="*/ 110991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15026" y="110991"/>
                  </a:moveTo>
                  <a:lnTo>
                    <a:pt x="0" y="95911"/>
                  </a:lnTo>
                  <a:lnTo>
                    <a:pt x="95911" y="0"/>
                  </a:lnTo>
                  <a:lnTo>
                    <a:pt x="110937" y="15080"/>
                  </a:lnTo>
                  <a:lnTo>
                    <a:pt x="15026" y="11099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0CCB67FA-5A3F-5EAA-5541-50B6F28597ED}"/>
                </a:ext>
              </a:extLst>
            </p:cNvPr>
            <p:cNvSpPr/>
            <p:nvPr/>
          </p:nvSpPr>
          <p:spPr>
            <a:xfrm>
              <a:off x="8900194" y="5159236"/>
              <a:ext cx="110937" cy="110990"/>
            </a:xfrm>
            <a:custGeom>
              <a:avLst/>
              <a:gdLst>
                <a:gd name="csX0" fmla="*/ 0 w 110937"/>
                <a:gd name="csY0" fmla="*/ 15080 h 110990"/>
                <a:gd name="csX1" fmla="*/ 15026 w 110937"/>
                <a:gd name="csY1" fmla="*/ 0 h 110990"/>
                <a:gd name="csX2" fmla="*/ 110937 w 110937"/>
                <a:gd name="csY2" fmla="*/ 95911 h 110990"/>
                <a:gd name="csX3" fmla="*/ 95911 w 110937"/>
                <a:gd name="csY3" fmla="*/ 110991 h 110990"/>
                <a:gd name="csX4" fmla="*/ 0 w 110937"/>
                <a:gd name="csY4" fmla="*/ 15080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0" y="15080"/>
                  </a:moveTo>
                  <a:lnTo>
                    <a:pt x="15026" y="0"/>
                  </a:lnTo>
                  <a:lnTo>
                    <a:pt x="110937" y="95911"/>
                  </a:lnTo>
                  <a:lnTo>
                    <a:pt x="95911" y="110991"/>
                  </a:lnTo>
                  <a:lnTo>
                    <a:pt x="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178B903-E942-D59C-2C53-7F9153459896}"/>
              </a:ext>
            </a:extLst>
          </p:cNvPr>
          <p:cNvGrpSpPr/>
          <p:nvPr userDrawn="1"/>
        </p:nvGrpSpPr>
        <p:grpSpPr>
          <a:xfrm>
            <a:off x="11123236" y="4766632"/>
            <a:ext cx="287809" cy="287734"/>
            <a:chOff x="9840179" y="5070891"/>
            <a:chExt cx="287734" cy="287734"/>
          </a:xfrm>
        </p:grpSpPr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37A8B850-EAC6-1061-32B9-515484A79FDE}"/>
                </a:ext>
              </a:extLst>
            </p:cNvPr>
            <p:cNvSpPr/>
            <p:nvPr/>
          </p:nvSpPr>
          <p:spPr>
            <a:xfrm>
              <a:off x="9928578" y="5159236"/>
              <a:ext cx="110937" cy="110990"/>
            </a:xfrm>
            <a:custGeom>
              <a:avLst/>
              <a:gdLst>
                <a:gd name="csX0" fmla="*/ 15026 w 110937"/>
                <a:gd name="csY0" fmla="*/ 110991 h 110990"/>
                <a:gd name="csX1" fmla="*/ 0 w 110937"/>
                <a:gd name="csY1" fmla="*/ 95911 h 110990"/>
                <a:gd name="csX2" fmla="*/ 95911 w 110937"/>
                <a:gd name="csY2" fmla="*/ 0 h 110990"/>
                <a:gd name="csX3" fmla="*/ 110937 w 110937"/>
                <a:gd name="csY3" fmla="*/ 15080 h 110990"/>
                <a:gd name="csX4" fmla="*/ 15026 w 110937"/>
                <a:gd name="csY4" fmla="*/ 110991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15026" y="110991"/>
                  </a:moveTo>
                  <a:lnTo>
                    <a:pt x="0" y="95911"/>
                  </a:lnTo>
                  <a:lnTo>
                    <a:pt x="95911" y="0"/>
                  </a:lnTo>
                  <a:lnTo>
                    <a:pt x="110937" y="15080"/>
                  </a:lnTo>
                  <a:lnTo>
                    <a:pt x="15026" y="11099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4959F24F-F5C9-B5E9-D064-FE31AF8500E1}"/>
                </a:ext>
              </a:extLst>
            </p:cNvPr>
            <p:cNvSpPr/>
            <p:nvPr/>
          </p:nvSpPr>
          <p:spPr>
            <a:xfrm>
              <a:off x="9928578" y="5159236"/>
              <a:ext cx="110937" cy="110990"/>
            </a:xfrm>
            <a:custGeom>
              <a:avLst/>
              <a:gdLst>
                <a:gd name="csX0" fmla="*/ 0 w 110937"/>
                <a:gd name="csY0" fmla="*/ 15080 h 110990"/>
                <a:gd name="csX1" fmla="*/ 15026 w 110937"/>
                <a:gd name="csY1" fmla="*/ 0 h 110990"/>
                <a:gd name="csX2" fmla="*/ 110937 w 110937"/>
                <a:gd name="csY2" fmla="*/ 95911 h 110990"/>
                <a:gd name="csX3" fmla="*/ 95911 w 110937"/>
                <a:gd name="csY3" fmla="*/ 110991 h 110990"/>
                <a:gd name="csX4" fmla="*/ 0 w 110937"/>
                <a:gd name="csY4" fmla="*/ 15080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0" y="15080"/>
                  </a:moveTo>
                  <a:lnTo>
                    <a:pt x="15026" y="0"/>
                  </a:lnTo>
                  <a:lnTo>
                    <a:pt x="110937" y="95911"/>
                  </a:lnTo>
                  <a:lnTo>
                    <a:pt x="95911" y="110991"/>
                  </a:lnTo>
                  <a:lnTo>
                    <a:pt x="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DAB6DA1C-2B67-C457-D9BE-B73AA85C67BB}"/>
                </a:ext>
              </a:extLst>
            </p:cNvPr>
            <p:cNvSpPr/>
            <p:nvPr/>
          </p:nvSpPr>
          <p:spPr>
            <a:xfrm>
              <a:off x="9840179" y="5070891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7F26E81-41FB-EDF6-8879-0223573D21E1}"/>
              </a:ext>
            </a:extLst>
          </p:cNvPr>
          <p:cNvGrpSpPr/>
          <p:nvPr userDrawn="1"/>
        </p:nvGrpSpPr>
        <p:grpSpPr>
          <a:xfrm>
            <a:off x="3015667" y="3807517"/>
            <a:ext cx="287809" cy="287734"/>
            <a:chOff x="2630834" y="4111776"/>
            <a:chExt cx="287734" cy="287734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55A7574-DB44-80BC-2A8B-FA4D71F6A483}"/>
                </a:ext>
              </a:extLst>
            </p:cNvPr>
            <p:cNvSpPr/>
            <p:nvPr/>
          </p:nvSpPr>
          <p:spPr>
            <a:xfrm>
              <a:off x="2630834" y="4111776"/>
              <a:ext cx="287734" cy="79926"/>
            </a:xfrm>
            <a:custGeom>
              <a:avLst/>
              <a:gdLst>
                <a:gd name="csX0" fmla="*/ 266421 w 287734"/>
                <a:gd name="csY0" fmla="*/ 21314 h 79926"/>
                <a:gd name="csX1" fmla="*/ 21314 w 287734"/>
                <a:gd name="csY1" fmla="*/ 21314 h 79926"/>
                <a:gd name="csX2" fmla="*/ 21314 w 287734"/>
                <a:gd name="csY2" fmla="*/ 58613 h 79926"/>
                <a:gd name="csX3" fmla="*/ 266421 w 287734"/>
                <a:gd name="csY3" fmla="*/ 58613 h 79926"/>
                <a:gd name="csX4" fmla="*/ 266421 w 287734"/>
                <a:gd name="csY4" fmla="*/ 21314 h 79926"/>
                <a:gd name="csX5" fmla="*/ 287734 w 287734"/>
                <a:gd name="csY5" fmla="*/ 58613 h 79926"/>
                <a:gd name="csX6" fmla="*/ 266421 w 287734"/>
                <a:gd name="csY6" fmla="*/ 79926 h 79926"/>
                <a:gd name="csX7" fmla="*/ 21314 w 287734"/>
                <a:gd name="csY7" fmla="*/ 79926 h 79926"/>
                <a:gd name="csX8" fmla="*/ 0 w 287734"/>
                <a:gd name="csY8" fmla="*/ 58613 h 79926"/>
                <a:gd name="csX9" fmla="*/ 0 w 287734"/>
                <a:gd name="csY9" fmla="*/ 21314 h 79926"/>
                <a:gd name="csX10" fmla="*/ 21314 w 287734"/>
                <a:gd name="csY10" fmla="*/ 0 h 79926"/>
                <a:gd name="csX11" fmla="*/ 266421 w 287734"/>
                <a:gd name="csY11" fmla="*/ 0 h 79926"/>
                <a:gd name="csX12" fmla="*/ 287734 w 287734"/>
                <a:gd name="csY12" fmla="*/ 21314 h 79926"/>
                <a:gd name="csX13" fmla="*/ 287734 w 287734"/>
                <a:gd name="csY13" fmla="*/ 58613 h 79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79926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58613"/>
                  </a:lnTo>
                  <a:lnTo>
                    <a:pt x="266421" y="58613"/>
                  </a:lnTo>
                  <a:lnTo>
                    <a:pt x="266421" y="21314"/>
                  </a:lnTo>
                  <a:close/>
                  <a:moveTo>
                    <a:pt x="287734" y="58613"/>
                  </a:moveTo>
                  <a:lnTo>
                    <a:pt x="266421" y="79926"/>
                  </a:lnTo>
                  <a:lnTo>
                    <a:pt x="21314" y="79926"/>
                  </a:lnTo>
                  <a:lnTo>
                    <a:pt x="0" y="58613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5861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7FCE3702-6E1F-EF56-7151-F9983101D181}"/>
                </a:ext>
              </a:extLst>
            </p:cNvPr>
            <p:cNvSpPr/>
            <p:nvPr/>
          </p:nvSpPr>
          <p:spPr>
            <a:xfrm>
              <a:off x="2652147" y="4170389"/>
              <a:ext cx="245107" cy="229121"/>
            </a:xfrm>
            <a:custGeom>
              <a:avLst/>
              <a:gdLst>
                <a:gd name="csX0" fmla="*/ 223793 w 245107"/>
                <a:gd name="csY0" fmla="*/ 21314 h 229121"/>
                <a:gd name="csX1" fmla="*/ 21314 w 245107"/>
                <a:gd name="csY1" fmla="*/ 21314 h 229121"/>
                <a:gd name="csX2" fmla="*/ 21314 w 245107"/>
                <a:gd name="csY2" fmla="*/ 207808 h 229121"/>
                <a:gd name="csX3" fmla="*/ 223793 w 245107"/>
                <a:gd name="csY3" fmla="*/ 207808 h 229121"/>
                <a:gd name="csX4" fmla="*/ 223793 w 245107"/>
                <a:gd name="csY4" fmla="*/ 21314 h 229121"/>
                <a:gd name="csX5" fmla="*/ 245107 w 245107"/>
                <a:gd name="csY5" fmla="*/ 207808 h 229121"/>
                <a:gd name="csX6" fmla="*/ 223793 w 245107"/>
                <a:gd name="csY6" fmla="*/ 229122 h 229121"/>
                <a:gd name="csX7" fmla="*/ 21314 w 245107"/>
                <a:gd name="csY7" fmla="*/ 229122 h 229121"/>
                <a:gd name="csX8" fmla="*/ 0 w 245107"/>
                <a:gd name="csY8" fmla="*/ 207808 h 229121"/>
                <a:gd name="csX9" fmla="*/ 0 w 245107"/>
                <a:gd name="csY9" fmla="*/ 21314 h 229121"/>
                <a:gd name="csX10" fmla="*/ 21314 w 245107"/>
                <a:gd name="csY10" fmla="*/ 0 h 229121"/>
                <a:gd name="csX11" fmla="*/ 223793 w 245107"/>
                <a:gd name="csY11" fmla="*/ 0 h 229121"/>
                <a:gd name="csX12" fmla="*/ 245107 w 245107"/>
                <a:gd name="csY12" fmla="*/ 21314 h 229121"/>
                <a:gd name="csX13" fmla="*/ 245107 w 245107"/>
                <a:gd name="csY13" fmla="*/ 207808 h 229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5107" h="229121">
                  <a:moveTo>
                    <a:pt x="223793" y="21314"/>
                  </a:moveTo>
                  <a:lnTo>
                    <a:pt x="21314" y="21314"/>
                  </a:lnTo>
                  <a:lnTo>
                    <a:pt x="21314" y="207808"/>
                  </a:lnTo>
                  <a:lnTo>
                    <a:pt x="223793" y="207808"/>
                  </a:lnTo>
                  <a:lnTo>
                    <a:pt x="223793" y="21314"/>
                  </a:lnTo>
                  <a:close/>
                  <a:moveTo>
                    <a:pt x="245107" y="207808"/>
                  </a:moveTo>
                  <a:lnTo>
                    <a:pt x="223793" y="229122"/>
                  </a:lnTo>
                  <a:lnTo>
                    <a:pt x="21314" y="229122"/>
                  </a:lnTo>
                  <a:lnTo>
                    <a:pt x="0" y="207808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23793" y="0"/>
                  </a:lnTo>
                  <a:lnTo>
                    <a:pt x="245107" y="21314"/>
                  </a:lnTo>
                  <a:lnTo>
                    <a:pt x="245107" y="20780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1C4F2B0-D8CF-4DE9-0B01-A799A35724A3}"/>
                </a:ext>
              </a:extLst>
            </p:cNvPr>
            <p:cNvSpPr/>
            <p:nvPr/>
          </p:nvSpPr>
          <p:spPr>
            <a:xfrm>
              <a:off x="2738627" y="4259586"/>
              <a:ext cx="77741" cy="21313"/>
            </a:xfrm>
            <a:custGeom>
              <a:avLst/>
              <a:gdLst>
                <a:gd name="csX0" fmla="*/ 77742 w 77741"/>
                <a:gd name="csY0" fmla="*/ 0 h 21313"/>
                <a:gd name="csX1" fmla="*/ 77742 w 77741"/>
                <a:gd name="csY1" fmla="*/ 21314 h 21313"/>
                <a:gd name="csX2" fmla="*/ 0 w 77741"/>
                <a:gd name="csY2" fmla="*/ 21314 h 21313"/>
                <a:gd name="csX3" fmla="*/ 0 w 77741"/>
                <a:gd name="csY3" fmla="*/ 0 h 21313"/>
                <a:gd name="csX4" fmla="*/ 77742 w 77741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741" h="21313">
                  <a:moveTo>
                    <a:pt x="77742" y="0"/>
                  </a:moveTo>
                  <a:lnTo>
                    <a:pt x="77742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77742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E133018-1082-D7A0-C19C-F16DABF7F403}"/>
              </a:ext>
            </a:extLst>
          </p:cNvPr>
          <p:cNvGrpSpPr/>
          <p:nvPr userDrawn="1"/>
        </p:nvGrpSpPr>
        <p:grpSpPr>
          <a:xfrm>
            <a:off x="7653132" y="3807517"/>
            <a:ext cx="287809" cy="287734"/>
            <a:chOff x="6755027" y="4111776"/>
            <a:chExt cx="287734" cy="287734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B0243EEA-8300-D89D-BB3F-1FFDD67EFD7F}"/>
                </a:ext>
              </a:extLst>
            </p:cNvPr>
            <p:cNvSpPr/>
            <p:nvPr/>
          </p:nvSpPr>
          <p:spPr>
            <a:xfrm>
              <a:off x="6888237" y="4111776"/>
              <a:ext cx="21313" cy="287734"/>
            </a:xfrm>
            <a:custGeom>
              <a:avLst/>
              <a:gdLst>
                <a:gd name="csX0" fmla="*/ 21314 w 21313"/>
                <a:gd name="csY0" fmla="*/ 287734 h 287734"/>
                <a:gd name="csX1" fmla="*/ 0 w 21313"/>
                <a:gd name="csY1" fmla="*/ 287734 h 287734"/>
                <a:gd name="csX2" fmla="*/ 0 w 21313"/>
                <a:gd name="csY2" fmla="*/ 0 h 287734"/>
                <a:gd name="csX3" fmla="*/ 21314 w 21313"/>
                <a:gd name="csY3" fmla="*/ 0 h 287734"/>
                <a:gd name="csX4" fmla="*/ 21314 w 21313"/>
                <a:gd name="csY4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87734">
                  <a:moveTo>
                    <a:pt x="21314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72900190-0C7B-6CB6-6EAC-0A0816E48A3E}"/>
                </a:ext>
              </a:extLst>
            </p:cNvPr>
            <p:cNvSpPr/>
            <p:nvPr/>
          </p:nvSpPr>
          <p:spPr>
            <a:xfrm>
              <a:off x="6888237" y="4111776"/>
              <a:ext cx="21313" cy="287734"/>
            </a:xfrm>
            <a:custGeom>
              <a:avLst/>
              <a:gdLst>
                <a:gd name="csX0" fmla="*/ 21314 w 21313"/>
                <a:gd name="csY0" fmla="*/ 287734 h 287734"/>
                <a:gd name="csX1" fmla="*/ 0 w 21313"/>
                <a:gd name="csY1" fmla="*/ 287734 h 287734"/>
                <a:gd name="csX2" fmla="*/ 0 w 21313"/>
                <a:gd name="csY2" fmla="*/ 0 h 287734"/>
                <a:gd name="csX3" fmla="*/ 21314 w 21313"/>
                <a:gd name="csY3" fmla="*/ 0 h 287734"/>
                <a:gd name="csX4" fmla="*/ 21314 w 21313"/>
                <a:gd name="csY4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87734">
                  <a:moveTo>
                    <a:pt x="21314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EA12B5E1-340B-AB42-53D7-4831FB3DE336}"/>
                </a:ext>
              </a:extLst>
            </p:cNvPr>
            <p:cNvSpPr/>
            <p:nvPr/>
          </p:nvSpPr>
          <p:spPr>
            <a:xfrm>
              <a:off x="6755027" y="4244987"/>
              <a:ext cx="287734" cy="21313"/>
            </a:xfrm>
            <a:custGeom>
              <a:avLst/>
              <a:gdLst>
                <a:gd name="csX0" fmla="*/ 0 w 287734"/>
                <a:gd name="csY0" fmla="*/ 21314 h 21313"/>
                <a:gd name="csX1" fmla="*/ 0 w 287734"/>
                <a:gd name="csY1" fmla="*/ 0 h 21313"/>
                <a:gd name="csX2" fmla="*/ 287734 w 287734"/>
                <a:gd name="csY2" fmla="*/ 0 h 21313"/>
                <a:gd name="csX3" fmla="*/ 287734 w 287734"/>
                <a:gd name="csY3" fmla="*/ 21314 h 21313"/>
                <a:gd name="csX4" fmla="*/ 0 w 287734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734" h="21313">
                  <a:moveTo>
                    <a:pt x="0" y="21314"/>
                  </a:moveTo>
                  <a:lnTo>
                    <a:pt x="0" y="0"/>
                  </a:lnTo>
                  <a:lnTo>
                    <a:pt x="287734" y="0"/>
                  </a:lnTo>
                  <a:lnTo>
                    <a:pt x="28773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EFC50D20-B673-7258-DD88-D875ED80171D}"/>
                </a:ext>
              </a:extLst>
            </p:cNvPr>
            <p:cNvSpPr/>
            <p:nvPr/>
          </p:nvSpPr>
          <p:spPr>
            <a:xfrm>
              <a:off x="6755027" y="4244987"/>
              <a:ext cx="287734" cy="21313"/>
            </a:xfrm>
            <a:custGeom>
              <a:avLst/>
              <a:gdLst>
                <a:gd name="csX0" fmla="*/ 0 w 287734"/>
                <a:gd name="csY0" fmla="*/ 21314 h 21313"/>
                <a:gd name="csX1" fmla="*/ 0 w 287734"/>
                <a:gd name="csY1" fmla="*/ 0 h 21313"/>
                <a:gd name="csX2" fmla="*/ 287734 w 287734"/>
                <a:gd name="csY2" fmla="*/ 0 h 21313"/>
                <a:gd name="csX3" fmla="*/ 287734 w 287734"/>
                <a:gd name="csY3" fmla="*/ 21314 h 21313"/>
                <a:gd name="csX4" fmla="*/ 0 w 287734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734" h="21313">
                  <a:moveTo>
                    <a:pt x="0" y="21314"/>
                  </a:moveTo>
                  <a:lnTo>
                    <a:pt x="0" y="0"/>
                  </a:lnTo>
                  <a:lnTo>
                    <a:pt x="287734" y="0"/>
                  </a:lnTo>
                  <a:lnTo>
                    <a:pt x="28773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959CF55-428F-9D52-E819-3554B46871B2}"/>
              </a:ext>
            </a:extLst>
          </p:cNvPr>
          <p:cNvGrpSpPr/>
          <p:nvPr userDrawn="1"/>
        </p:nvGrpSpPr>
        <p:grpSpPr>
          <a:xfrm>
            <a:off x="9965522" y="3807517"/>
            <a:ext cx="288821" cy="287734"/>
            <a:chOff x="8810783" y="4111776"/>
            <a:chExt cx="288746" cy="287734"/>
          </a:xfrm>
        </p:grpSpPr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C70D2382-3EEA-2B11-FF1D-01E5D131EEF0}"/>
                </a:ext>
              </a:extLst>
            </p:cNvPr>
            <p:cNvSpPr/>
            <p:nvPr/>
          </p:nvSpPr>
          <p:spPr>
            <a:xfrm>
              <a:off x="8811795" y="4111776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1EBFB432-5862-D949-393B-5E8EB0526412}"/>
                </a:ext>
              </a:extLst>
            </p:cNvPr>
            <p:cNvSpPr/>
            <p:nvPr/>
          </p:nvSpPr>
          <p:spPr>
            <a:xfrm>
              <a:off x="8810783" y="4202466"/>
              <a:ext cx="211911" cy="135608"/>
            </a:xfrm>
            <a:custGeom>
              <a:avLst/>
              <a:gdLst>
                <a:gd name="csX0" fmla="*/ 190598 w 211911"/>
                <a:gd name="csY0" fmla="*/ 66179 h 135608"/>
                <a:gd name="csX1" fmla="*/ 190598 w 211911"/>
                <a:gd name="csY1" fmla="*/ 34901 h 135608"/>
                <a:gd name="csX2" fmla="*/ 118983 w 211911"/>
                <a:gd name="csY2" fmla="*/ 100547 h 135608"/>
                <a:gd name="csX3" fmla="*/ 77688 w 211911"/>
                <a:gd name="csY3" fmla="*/ 72999 h 135608"/>
                <a:gd name="csX4" fmla="*/ 15026 w 211911"/>
                <a:gd name="csY4" fmla="*/ 135608 h 135608"/>
                <a:gd name="csX5" fmla="*/ 0 w 211911"/>
                <a:gd name="csY5" fmla="*/ 120529 h 135608"/>
                <a:gd name="csX6" fmla="*/ 74971 w 211911"/>
                <a:gd name="csY6" fmla="*/ 45558 h 135608"/>
                <a:gd name="csX7" fmla="*/ 116905 w 211911"/>
                <a:gd name="csY7" fmla="*/ 73532 h 135608"/>
                <a:gd name="csX8" fmla="*/ 173866 w 211911"/>
                <a:gd name="csY8" fmla="*/ 21314 h 135608"/>
                <a:gd name="csX9" fmla="*/ 145732 w 211911"/>
                <a:gd name="csY9" fmla="*/ 21314 h 135608"/>
                <a:gd name="csX10" fmla="*/ 145732 w 211911"/>
                <a:gd name="csY10" fmla="*/ 0 h 135608"/>
                <a:gd name="csX11" fmla="*/ 211911 w 211911"/>
                <a:gd name="csY11" fmla="*/ 0 h 135608"/>
                <a:gd name="csX12" fmla="*/ 211911 w 211911"/>
                <a:gd name="csY12" fmla="*/ 66179 h 135608"/>
                <a:gd name="csX13" fmla="*/ 190598 w 211911"/>
                <a:gd name="csY13" fmla="*/ 66179 h 1356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11911" h="135608">
                  <a:moveTo>
                    <a:pt x="190598" y="66179"/>
                  </a:moveTo>
                  <a:lnTo>
                    <a:pt x="190598" y="34901"/>
                  </a:lnTo>
                  <a:lnTo>
                    <a:pt x="118983" y="100547"/>
                  </a:lnTo>
                  <a:lnTo>
                    <a:pt x="77688" y="72999"/>
                  </a:lnTo>
                  <a:lnTo>
                    <a:pt x="15026" y="135608"/>
                  </a:lnTo>
                  <a:lnTo>
                    <a:pt x="0" y="120529"/>
                  </a:lnTo>
                  <a:lnTo>
                    <a:pt x="74971" y="45558"/>
                  </a:lnTo>
                  <a:lnTo>
                    <a:pt x="116905" y="73532"/>
                  </a:lnTo>
                  <a:lnTo>
                    <a:pt x="173866" y="21314"/>
                  </a:lnTo>
                  <a:lnTo>
                    <a:pt x="145732" y="21314"/>
                  </a:lnTo>
                  <a:lnTo>
                    <a:pt x="145732" y="0"/>
                  </a:lnTo>
                  <a:lnTo>
                    <a:pt x="211911" y="0"/>
                  </a:lnTo>
                  <a:lnTo>
                    <a:pt x="211911" y="66179"/>
                  </a:lnTo>
                  <a:lnTo>
                    <a:pt x="190598" y="661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67" name="Graphic 2">
            <a:extLst>
              <a:ext uri="{FF2B5EF4-FFF2-40B4-BE49-F238E27FC236}">
                <a16:creationId xmlns:a16="http://schemas.microsoft.com/office/drawing/2014/main" id="{DC49F9A3-B430-40F1-7F8B-646E3175D036}"/>
              </a:ext>
            </a:extLst>
          </p:cNvPr>
          <p:cNvGrpSpPr/>
          <p:nvPr userDrawn="1"/>
        </p:nvGrpSpPr>
        <p:grpSpPr>
          <a:xfrm>
            <a:off x="11098133" y="3781143"/>
            <a:ext cx="312912" cy="340485"/>
            <a:chOff x="9815082" y="4085401"/>
            <a:chExt cx="312831" cy="340485"/>
          </a:xfrm>
          <a:solidFill>
            <a:srgbClr val="000000"/>
          </a:solidFill>
        </p:grpSpPr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6F3F1580-DB0A-3C83-8752-96C8BFE04C19}"/>
                </a:ext>
              </a:extLst>
            </p:cNvPr>
            <p:cNvSpPr/>
            <p:nvPr/>
          </p:nvSpPr>
          <p:spPr>
            <a:xfrm>
              <a:off x="9815082" y="4085401"/>
              <a:ext cx="312831" cy="340485"/>
            </a:xfrm>
            <a:custGeom>
              <a:avLst/>
              <a:gdLst>
                <a:gd name="csX0" fmla="*/ 7034 w 312831"/>
                <a:gd name="csY0" fmla="*/ 336862 h 340485"/>
                <a:gd name="csX1" fmla="*/ 0 w 312831"/>
                <a:gd name="csY1" fmla="*/ 340486 h 340485"/>
                <a:gd name="csX2" fmla="*/ 3410 w 312831"/>
                <a:gd name="csY2" fmla="*/ 333292 h 340485"/>
                <a:gd name="csX3" fmla="*/ 7034 w 312831"/>
                <a:gd name="csY3" fmla="*/ 336916 h 340485"/>
                <a:gd name="csX4" fmla="*/ 56108 w 312831"/>
                <a:gd name="csY4" fmla="*/ 28720 h 340485"/>
                <a:gd name="csX5" fmla="*/ 295887 w 312831"/>
                <a:gd name="csY5" fmla="*/ 151274 h 340485"/>
                <a:gd name="csX6" fmla="*/ 312831 w 312831"/>
                <a:gd name="csY6" fmla="*/ 159906 h 340485"/>
                <a:gd name="csX7" fmla="*/ 312831 w 312831"/>
                <a:gd name="csY7" fmla="*/ 180527 h 340485"/>
                <a:gd name="csX8" fmla="*/ 295887 w 312831"/>
                <a:gd name="csY8" fmla="*/ 189212 h 340485"/>
                <a:gd name="csX9" fmla="*/ 56108 w 312831"/>
                <a:gd name="csY9" fmla="*/ 311766 h 340485"/>
                <a:gd name="csX10" fmla="*/ 46944 w 312831"/>
                <a:gd name="csY10" fmla="*/ 316455 h 340485"/>
                <a:gd name="csX11" fmla="*/ 22912 w 312831"/>
                <a:gd name="csY11" fmla="*/ 292477 h 340485"/>
                <a:gd name="csX12" fmla="*/ 27175 w 312831"/>
                <a:gd name="csY12" fmla="*/ 283578 h 340485"/>
                <a:gd name="csX13" fmla="*/ 81418 w 312831"/>
                <a:gd name="csY13" fmla="*/ 170243 h 340485"/>
                <a:gd name="csX14" fmla="*/ 27175 w 312831"/>
                <a:gd name="csY14" fmla="*/ 56907 h 340485"/>
                <a:gd name="csX15" fmla="*/ 23498 w 312831"/>
                <a:gd name="csY15" fmla="*/ 49181 h 340485"/>
                <a:gd name="csX16" fmla="*/ 48062 w 312831"/>
                <a:gd name="csY16" fmla="*/ 24617 h 340485"/>
                <a:gd name="csX17" fmla="*/ 56108 w 312831"/>
                <a:gd name="csY17" fmla="*/ 28720 h 340485"/>
                <a:gd name="csX18" fmla="*/ 105023 w 312831"/>
                <a:gd name="csY18" fmla="*/ 170243 h 340485"/>
                <a:gd name="csX19" fmla="*/ 46410 w 312831"/>
                <a:gd name="csY19" fmla="*/ 292796 h 340485"/>
                <a:gd name="csX20" fmla="*/ 286189 w 312831"/>
                <a:gd name="csY20" fmla="*/ 170243 h 340485"/>
                <a:gd name="csX21" fmla="*/ 46410 w 312831"/>
                <a:gd name="csY21" fmla="*/ 47689 h 340485"/>
                <a:gd name="csX22" fmla="*/ 105023 w 312831"/>
                <a:gd name="csY22" fmla="*/ 170243 h 340485"/>
                <a:gd name="csX23" fmla="*/ 8153 w 312831"/>
                <a:gd name="csY23" fmla="*/ 4209 h 340485"/>
                <a:gd name="csX24" fmla="*/ 3996 w 312831"/>
                <a:gd name="csY24" fmla="*/ 8366 h 340485"/>
                <a:gd name="csX25" fmla="*/ 0 w 312831"/>
                <a:gd name="csY25" fmla="*/ 0 h 340485"/>
                <a:gd name="csX26" fmla="*/ 8153 w 312831"/>
                <a:gd name="csY26" fmla="*/ 4156 h 340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312831" h="340485">
                  <a:moveTo>
                    <a:pt x="7034" y="336862"/>
                  </a:moveTo>
                  <a:lnTo>
                    <a:pt x="0" y="340486"/>
                  </a:lnTo>
                  <a:lnTo>
                    <a:pt x="3410" y="333292"/>
                  </a:lnTo>
                  <a:lnTo>
                    <a:pt x="7034" y="336916"/>
                  </a:lnTo>
                  <a:close/>
                  <a:moveTo>
                    <a:pt x="56108" y="28720"/>
                  </a:moveTo>
                  <a:lnTo>
                    <a:pt x="295887" y="151274"/>
                  </a:lnTo>
                  <a:lnTo>
                    <a:pt x="312831" y="159906"/>
                  </a:lnTo>
                  <a:lnTo>
                    <a:pt x="312831" y="180527"/>
                  </a:lnTo>
                  <a:lnTo>
                    <a:pt x="295887" y="189212"/>
                  </a:lnTo>
                  <a:lnTo>
                    <a:pt x="56108" y="311766"/>
                  </a:lnTo>
                  <a:lnTo>
                    <a:pt x="46944" y="316455"/>
                  </a:lnTo>
                  <a:lnTo>
                    <a:pt x="22912" y="292477"/>
                  </a:lnTo>
                  <a:lnTo>
                    <a:pt x="27175" y="283578"/>
                  </a:lnTo>
                  <a:lnTo>
                    <a:pt x="81418" y="170243"/>
                  </a:lnTo>
                  <a:lnTo>
                    <a:pt x="27175" y="56907"/>
                  </a:lnTo>
                  <a:lnTo>
                    <a:pt x="23498" y="49181"/>
                  </a:lnTo>
                  <a:lnTo>
                    <a:pt x="48062" y="24617"/>
                  </a:lnTo>
                  <a:lnTo>
                    <a:pt x="56108" y="28720"/>
                  </a:lnTo>
                  <a:close/>
                  <a:moveTo>
                    <a:pt x="105023" y="170243"/>
                  </a:moveTo>
                  <a:lnTo>
                    <a:pt x="46410" y="292796"/>
                  </a:lnTo>
                  <a:lnTo>
                    <a:pt x="286189" y="170243"/>
                  </a:lnTo>
                  <a:lnTo>
                    <a:pt x="46410" y="47689"/>
                  </a:lnTo>
                  <a:lnTo>
                    <a:pt x="105023" y="170243"/>
                  </a:lnTo>
                  <a:close/>
                  <a:moveTo>
                    <a:pt x="8153" y="4209"/>
                  </a:moveTo>
                  <a:lnTo>
                    <a:pt x="3996" y="8366"/>
                  </a:lnTo>
                  <a:lnTo>
                    <a:pt x="0" y="0"/>
                  </a:lnTo>
                  <a:lnTo>
                    <a:pt x="8153" y="415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F1A72B94-3EB1-700F-DE7C-B9FBD8410DED}"/>
                </a:ext>
              </a:extLst>
            </p:cNvPr>
            <p:cNvSpPr/>
            <p:nvPr/>
          </p:nvSpPr>
          <p:spPr>
            <a:xfrm>
              <a:off x="9904120" y="4244987"/>
              <a:ext cx="79926" cy="21313"/>
            </a:xfrm>
            <a:custGeom>
              <a:avLst/>
              <a:gdLst>
                <a:gd name="csX0" fmla="*/ 79926 w 79926"/>
                <a:gd name="csY0" fmla="*/ 0 h 21313"/>
                <a:gd name="csX1" fmla="*/ 79926 w 79926"/>
                <a:gd name="csY1" fmla="*/ 21314 h 21313"/>
                <a:gd name="csX2" fmla="*/ 0 w 79926"/>
                <a:gd name="csY2" fmla="*/ 21314 h 21313"/>
                <a:gd name="csX3" fmla="*/ 0 w 79926"/>
                <a:gd name="csY3" fmla="*/ 0 h 21313"/>
                <a:gd name="csX4" fmla="*/ 79926 w 79926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26" h="21313">
                  <a:moveTo>
                    <a:pt x="79926" y="0"/>
                  </a:moveTo>
                  <a:lnTo>
                    <a:pt x="79926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79926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72E4D95-FA45-8E60-78CB-01F0AD18636C}"/>
              </a:ext>
            </a:extLst>
          </p:cNvPr>
          <p:cNvGrpSpPr/>
          <p:nvPr userDrawn="1"/>
        </p:nvGrpSpPr>
        <p:grpSpPr>
          <a:xfrm>
            <a:off x="1869625" y="2848404"/>
            <a:ext cx="287809" cy="287733"/>
            <a:chOff x="1613106" y="3152662"/>
            <a:chExt cx="287734" cy="287733"/>
          </a:xfrm>
        </p:grpSpPr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F25C7DD4-1F38-8135-2E9E-C7CA2DF46AE6}"/>
                </a:ext>
              </a:extLst>
            </p:cNvPr>
            <p:cNvSpPr/>
            <p:nvPr/>
          </p:nvSpPr>
          <p:spPr>
            <a:xfrm>
              <a:off x="1709018" y="3248573"/>
              <a:ext cx="191822" cy="191822"/>
            </a:xfrm>
            <a:custGeom>
              <a:avLst/>
              <a:gdLst>
                <a:gd name="csX0" fmla="*/ 170509 w 191822"/>
                <a:gd name="csY0" fmla="*/ 21314 h 191822"/>
                <a:gd name="csX1" fmla="*/ 21314 w 191822"/>
                <a:gd name="csY1" fmla="*/ 21314 h 191822"/>
                <a:gd name="csX2" fmla="*/ 21314 w 191822"/>
                <a:gd name="csY2" fmla="*/ 170509 h 191822"/>
                <a:gd name="csX3" fmla="*/ 170509 w 191822"/>
                <a:gd name="csY3" fmla="*/ 170509 h 191822"/>
                <a:gd name="csX4" fmla="*/ 170509 w 191822"/>
                <a:gd name="csY4" fmla="*/ 21314 h 191822"/>
                <a:gd name="csX5" fmla="*/ 191823 w 191822"/>
                <a:gd name="csY5" fmla="*/ 170509 h 191822"/>
                <a:gd name="csX6" fmla="*/ 170509 w 191822"/>
                <a:gd name="csY6" fmla="*/ 191823 h 191822"/>
                <a:gd name="csX7" fmla="*/ 21314 w 191822"/>
                <a:gd name="csY7" fmla="*/ 191823 h 191822"/>
                <a:gd name="csX8" fmla="*/ 0 w 191822"/>
                <a:gd name="csY8" fmla="*/ 170509 h 191822"/>
                <a:gd name="csX9" fmla="*/ 0 w 191822"/>
                <a:gd name="csY9" fmla="*/ 21314 h 191822"/>
                <a:gd name="csX10" fmla="*/ 21314 w 191822"/>
                <a:gd name="csY10" fmla="*/ 0 h 191822"/>
                <a:gd name="csX11" fmla="*/ 170509 w 191822"/>
                <a:gd name="csY11" fmla="*/ 0 h 191822"/>
                <a:gd name="csX12" fmla="*/ 191823 w 191822"/>
                <a:gd name="csY12" fmla="*/ 21314 h 191822"/>
                <a:gd name="csX13" fmla="*/ 191823 w 191822"/>
                <a:gd name="csY13" fmla="*/ 170509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91822" h="191822">
                  <a:moveTo>
                    <a:pt x="170509" y="21314"/>
                  </a:moveTo>
                  <a:lnTo>
                    <a:pt x="21314" y="21314"/>
                  </a:lnTo>
                  <a:lnTo>
                    <a:pt x="21314" y="170509"/>
                  </a:lnTo>
                  <a:lnTo>
                    <a:pt x="170509" y="170509"/>
                  </a:lnTo>
                  <a:lnTo>
                    <a:pt x="170509" y="21314"/>
                  </a:lnTo>
                  <a:close/>
                  <a:moveTo>
                    <a:pt x="191823" y="170509"/>
                  </a:moveTo>
                  <a:lnTo>
                    <a:pt x="170509" y="191823"/>
                  </a:lnTo>
                  <a:lnTo>
                    <a:pt x="21314" y="191823"/>
                  </a:lnTo>
                  <a:lnTo>
                    <a:pt x="0" y="170509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70509" y="0"/>
                  </a:lnTo>
                  <a:lnTo>
                    <a:pt x="191823" y="21314"/>
                  </a:lnTo>
                  <a:lnTo>
                    <a:pt x="191823" y="17050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DAFAE49E-FEC6-4395-3FF5-F400927B2EA9}"/>
                </a:ext>
              </a:extLst>
            </p:cNvPr>
            <p:cNvSpPr/>
            <p:nvPr/>
          </p:nvSpPr>
          <p:spPr>
            <a:xfrm>
              <a:off x="1613106" y="3152662"/>
              <a:ext cx="191822" cy="191822"/>
            </a:xfrm>
            <a:custGeom>
              <a:avLst/>
              <a:gdLst>
                <a:gd name="csX0" fmla="*/ 170509 w 191822"/>
                <a:gd name="csY0" fmla="*/ 95911 h 191822"/>
                <a:gd name="csX1" fmla="*/ 95911 w 191822"/>
                <a:gd name="csY1" fmla="*/ 21314 h 191822"/>
                <a:gd name="csX2" fmla="*/ 21314 w 191822"/>
                <a:gd name="csY2" fmla="*/ 95911 h 191822"/>
                <a:gd name="csX3" fmla="*/ 95911 w 191822"/>
                <a:gd name="csY3" fmla="*/ 170509 h 191822"/>
                <a:gd name="csX4" fmla="*/ 170509 w 191822"/>
                <a:gd name="csY4" fmla="*/ 95911 h 191822"/>
                <a:gd name="csX5" fmla="*/ 191823 w 191822"/>
                <a:gd name="csY5" fmla="*/ 95911 h 191822"/>
                <a:gd name="csX6" fmla="*/ 95911 w 191822"/>
                <a:gd name="csY6" fmla="*/ 191823 h 191822"/>
                <a:gd name="csX7" fmla="*/ 0 w 191822"/>
                <a:gd name="csY7" fmla="*/ 95911 h 191822"/>
                <a:gd name="csX8" fmla="*/ 95911 w 191822"/>
                <a:gd name="csY8" fmla="*/ 0 h 191822"/>
                <a:gd name="csX9" fmla="*/ 191823 w 191822"/>
                <a:gd name="csY9" fmla="*/ 95911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91822" h="191822">
                  <a:moveTo>
                    <a:pt x="170509" y="95911"/>
                  </a:moveTo>
                  <a:cubicBezTo>
                    <a:pt x="170509" y="54723"/>
                    <a:pt x="137100" y="21314"/>
                    <a:pt x="95911" y="21314"/>
                  </a:cubicBezTo>
                  <a:cubicBezTo>
                    <a:pt x="54723" y="21314"/>
                    <a:pt x="21314" y="54723"/>
                    <a:pt x="21314" y="95911"/>
                  </a:cubicBezTo>
                  <a:cubicBezTo>
                    <a:pt x="21314" y="137100"/>
                    <a:pt x="54723" y="170509"/>
                    <a:pt x="95911" y="170509"/>
                  </a:cubicBezTo>
                  <a:cubicBezTo>
                    <a:pt x="137100" y="170509"/>
                    <a:pt x="170509" y="137100"/>
                    <a:pt x="170509" y="95911"/>
                  </a:cubicBezTo>
                  <a:close/>
                  <a:moveTo>
                    <a:pt x="191823" y="95911"/>
                  </a:moveTo>
                  <a:cubicBezTo>
                    <a:pt x="191823" y="148876"/>
                    <a:pt x="148876" y="191823"/>
                    <a:pt x="95911" y="191823"/>
                  </a:cubicBezTo>
                  <a:cubicBezTo>
                    <a:pt x="42947" y="191823"/>
                    <a:pt x="0" y="148876"/>
                    <a:pt x="0" y="95911"/>
                  </a:cubicBezTo>
                  <a:cubicBezTo>
                    <a:pt x="0" y="42947"/>
                    <a:pt x="42947" y="0"/>
                    <a:pt x="95911" y="0"/>
                  </a:cubicBezTo>
                  <a:cubicBezTo>
                    <a:pt x="148876" y="0"/>
                    <a:pt x="191823" y="42947"/>
                    <a:pt x="191823" y="9591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C147C444-5CFA-B135-1A59-F2B327FCBF47}"/>
              </a:ext>
            </a:extLst>
          </p:cNvPr>
          <p:cNvGrpSpPr/>
          <p:nvPr userDrawn="1"/>
        </p:nvGrpSpPr>
        <p:grpSpPr>
          <a:xfrm>
            <a:off x="5318410" y="2869663"/>
            <a:ext cx="287809" cy="266474"/>
            <a:chOff x="4676945" y="3173922"/>
            <a:chExt cx="287734" cy="266474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F66CD756-9265-08B5-3AB5-82C8EDEB8B15}"/>
                </a:ext>
              </a:extLst>
            </p:cNvPr>
            <p:cNvSpPr/>
            <p:nvPr/>
          </p:nvSpPr>
          <p:spPr>
            <a:xfrm>
              <a:off x="4788842" y="3291201"/>
              <a:ext cx="63940" cy="149195"/>
            </a:xfrm>
            <a:custGeom>
              <a:avLst/>
              <a:gdLst>
                <a:gd name="csX0" fmla="*/ 63941 w 63940"/>
                <a:gd name="csY0" fmla="*/ 21420 h 149195"/>
                <a:gd name="csX1" fmla="*/ 63941 w 63940"/>
                <a:gd name="csY1" fmla="*/ 51579 h 149195"/>
                <a:gd name="csX2" fmla="*/ 42627 w 63940"/>
                <a:gd name="csY2" fmla="*/ 30265 h 149195"/>
                <a:gd name="csX3" fmla="*/ 42627 w 63940"/>
                <a:gd name="csY3" fmla="*/ 149196 h 149195"/>
                <a:gd name="csX4" fmla="*/ 21314 w 63940"/>
                <a:gd name="csY4" fmla="*/ 149196 h 149195"/>
                <a:gd name="csX5" fmla="*/ 21314 w 63940"/>
                <a:gd name="csY5" fmla="*/ 30265 h 149195"/>
                <a:gd name="csX6" fmla="*/ 0 w 63940"/>
                <a:gd name="csY6" fmla="*/ 51579 h 149195"/>
                <a:gd name="csX7" fmla="*/ 0 w 63940"/>
                <a:gd name="csY7" fmla="*/ 21420 h 149195"/>
                <a:gd name="csX8" fmla="*/ 21420 w 63940"/>
                <a:gd name="csY8" fmla="*/ 0 h 149195"/>
                <a:gd name="csX9" fmla="*/ 42521 w 63940"/>
                <a:gd name="csY9" fmla="*/ 0 h 149195"/>
                <a:gd name="csX10" fmla="*/ 63941 w 63940"/>
                <a:gd name="csY10" fmla="*/ 21420 h 149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3940" h="149195">
                  <a:moveTo>
                    <a:pt x="63941" y="21420"/>
                  </a:moveTo>
                  <a:lnTo>
                    <a:pt x="63941" y="51579"/>
                  </a:lnTo>
                  <a:lnTo>
                    <a:pt x="42627" y="30265"/>
                  </a:lnTo>
                  <a:lnTo>
                    <a:pt x="42627" y="149196"/>
                  </a:lnTo>
                  <a:lnTo>
                    <a:pt x="21314" y="149196"/>
                  </a:lnTo>
                  <a:lnTo>
                    <a:pt x="21314" y="30265"/>
                  </a:lnTo>
                  <a:lnTo>
                    <a:pt x="0" y="51579"/>
                  </a:lnTo>
                  <a:lnTo>
                    <a:pt x="0" y="21420"/>
                  </a:lnTo>
                  <a:lnTo>
                    <a:pt x="21420" y="0"/>
                  </a:lnTo>
                  <a:lnTo>
                    <a:pt x="42521" y="0"/>
                  </a:lnTo>
                  <a:lnTo>
                    <a:pt x="63941" y="2142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BDAFA13F-B32A-7B5F-3021-9D4E1BE5CD4D}"/>
                </a:ext>
              </a:extLst>
            </p:cNvPr>
            <p:cNvSpPr/>
            <p:nvPr/>
          </p:nvSpPr>
          <p:spPr>
            <a:xfrm>
              <a:off x="4676945" y="3173922"/>
              <a:ext cx="287734" cy="223846"/>
            </a:xfrm>
            <a:custGeom>
              <a:avLst/>
              <a:gdLst>
                <a:gd name="csX0" fmla="*/ 143867 w 287734"/>
                <a:gd name="csY0" fmla="*/ 53 h 223846"/>
                <a:gd name="csX1" fmla="*/ 53657 w 287734"/>
                <a:gd name="csY1" fmla="*/ 68310 h 223846"/>
                <a:gd name="csX2" fmla="*/ 0 w 287734"/>
                <a:gd name="csY2" fmla="*/ 144293 h 223846"/>
                <a:gd name="csX3" fmla="*/ 76463 w 287734"/>
                <a:gd name="csY3" fmla="*/ 223847 h 223846"/>
                <a:gd name="csX4" fmla="*/ 111897 w 287734"/>
                <a:gd name="csY4" fmla="*/ 223847 h 223846"/>
                <a:gd name="csX5" fmla="*/ 111897 w 287734"/>
                <a:gd name="csY5" fmla="*/ 202533 h 223846"/>
                <a:gd name="csX6" fmla="*/ 73639 w 287734"/>
                <a:gd name="csY6" fmla="*/ 202533 h 223846"/>
                <a:gd name="csX7" fmla="*/ 21314 w 287734"/>
                <a:gd name="csY7" fmla="*/ 144293 h 223846"/>
                <a:gd name="csX8" fmla="*/ 71294 w 287734"/>
                <a:gd name="csY8" fmla="*/ 86320 h 223846"/>
                <a:gd name="csX9" fmla="*/ 143867 w 287734"/>
                <a:gd name="csY9" fmla="*/ 21367 h 223846"/>
                <a:gd name="csX10" fmla="*/ 216440 w 287734"/>
                <a:gd name="csY10" fmla="*/ 86320 h 223846"/>
                <a:gd name="csX11" fmla="*/ 266421 w 287734"/>
                <a:gd name="csY11" fmla="*/ 144293 h 223846"/>
                <a:gd name="csX12" fmla="*/ 214096 w 287734"/>
                <a:gd name="csY12" fmla="*/ 202426 h 223846"/>
                <a:gd name="csX13" fmla="*/ 211271 w 287734"/>
                <a:gd name="csY13" fmla="*/ 202426 h 223846"/>
                <a:gd name="csX14" fmla="*/ 175838 w 287734"/>
                <a:gd name="csY14" fmla="*/ 202480 h 223846"/>
                <a:gd name="csX15" fmla="*/ 175838 w 287734"/>
                <a:gd name="csY15" fmla="*/ 223793 h 223846"/>
                <a:gd name="csX16" fmla="*/ 211271 w 287734"/>
                <a:gd name="csY16" fmla="*/ 223793 h 223846"/>
                <a:gd name="csX17" fmla="*/ 287734 w 287734"/>
                <a:gd name="csY17" fmla="*/ 144240 h 223846"/>
                <a:gd name="csX18" fmla="*/ 234024 w 287734"/>
                <a:gd name="csY18" fmla="*/ 68257 h 223846"/>
                <a:gd name="csX19" fmla="*/ 143867 w 287734"/>
                <a:gd name="csY19" fmla="*/ 0 h 223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23846">
                  <a:moveTo>
                    <a:pt x="143867" y="53"/>
                  </a:moveTo>
                  <a:cubicBezTo>
                    <a:pt x="101080" y="53"/>
                    <a:pt x="65912" y="29253"/>
                    <a:pt x="53657" y="68310"/>
                  </a:cubicBezTo>
                  <a:cubicBezTo>
                    <a:pt x="22006" y="78541"/>
                    <a:pt x="0" y="109339"/>
                    <a:pt x="0" y="144293"/>
                  </a:cubicBezTo>
                  <a:cubicBezTo>
                    <a:pt x="0" y="187134"/>
                    <a:pt x="33143" y="223847"/>
                    <a:pt x="76463" y="223847"/>
                  </a:cubicBezTo>
                  <a:lnTo>
                    <a:pt x="111897" y="223847"/>
                  </a:lnTo>
                  <a:lnTo>
                    <a:pt x="111897" y="202533"/>
                  </a:lnTo>
                  <a:lnTo>
                    <a:pt x="73639" y="202533"/>
                  </a:lnTo>
                  <a:cubicBezTo>
                    <a:pt x="44492" y="200881"/>
                    <a:pt x="21314" y="175465"/>
                    <a:pt x="21314" y="144293"/>
                  </a:cubicBezTo>
                  <a:cubicBezTo>
                    <a:pt x="21314" y="113122"/>
                    <a:pt x="43267" y="89038"/>
                    <a:pt x="71294" y="86320"/>
                  </a:cubicBezTo>
                  <a:cubicBezTo>
                    <a:pt x="77049" y="49501"/>
                    <a:pt x="107314" y="21367"/>
                    <a:pt x="143867" y="21367"/>
                  </a:cubicBezTo>
                  <a:cubicBezTo>
                    <a:pt x="180420" y="21367"/>
                    <a:pt x="210685" y="49448"/>
                    <a:pt x="216440" y="86320"/>
                  </a:cubicBezTo>
                  <a:cubicBezTo>
                    <a:pt x="244468" y="89038"/>
                    <a:pt x="266421" y="113975"/>
                    <a:pt x="266421" y="144293"/>
                  </a:cubicBezTo>
                  <a:cubicBezTo>
                    <a:pt x="266421" y="174612"/>
                    <a:pt x="243242" y="200881"/>
                    <a:pt x="214096" y="202426"/>
                  </a:cubicBezTo>
                  <a:lnTo>
                    <a:pt x="211271" y="202426"/>
                  </a:lnTo>
                  <a:cubicBezTo>
                    <a:pt x="211271" y="202426"/>
                    <a:pt x="175838" y="202480"/>
                    <a:pt x="175838" y="202480"/>
                  </a:cubicBezTo>
                  <a:lnTo>
                    <a:pt x="175838" y="223793"/>
                  </a:lnTo>
                  <a:lnTo>
                    <a:pt x="211271" y="223793"/>
                  </a:lnTo>
                  <a:cubicBezTo>
                    <a:pt x="254592" y="223793"/>
                    <a:pt x="287734" y="187081"/>
                    <a:pt x="287734" y="144240"/>
                  </a:cubicBezTo>
                  <a:cubicBezTo>
                    <a:pt x="287734" y="109286"/>
                    <a:pt x="265728" y="78487"/>
                    <a:pt x="234024" y="68257"/>
                  </a:cubicBezTo>
                  <a:cubicBezTo>
                    <a:pt x="221769" y="29200"/>
                    <a:pt x="186654" y="0"/>
                    <a:pt x="143867" y="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9A057FEC-B488-87E6-AC42-8CE4F9BB5733}"/>
              </a:ext>
            </a:extLst>
          </p:cNvPr>
          <p:cNvGrpSpPr/>
          <p:nvPr userDrawn="1"/>
        </p:nvGrpSpPr>
        <p:grpSpPr>
          <a:xfrm>
            <a:off x="6496431" y="2888793"/>
            <a:ext cx="290314" cy="248091"/>
            <a:chOff x="5726643" y="3193051"/>
            <a:chExt cx="290238" cy="248091"/>
          </a:xfrm>
        </p:grpSpPr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7CCAA1F7-EB30-DB0B-D3DF-D192C7004A38}"/>
                </a:ext>
              </a:extLst>
            </p:cNvPr>
            <p:cNvSpPr/>
            <p:nvPr/>
          </p:nvSpPr>
          <p:spPr>
            <a:xfrm>
              <a:off x="5726643" y="3416685"/>
              <a:ext cx="290238" cy="24457"/>
            </a:xfrm>
            <a:custGeom>
              <a:avLst/>
              <a:gdLst>
                <a:gd name="csX0" fmla="*/ 290239 w 290238"/>
                <a:gd name="csY0" fmla="*/ 24457 h 24457"/>
                <a:gd name="csX1" fmla="*/ 0 w 290238"/>
                <a:gd name="csY1" fmla="*/ 24457 h 24457"/>
                <a:gd name="csX2" fmla="*/ 0 w 290238"/>
                <a:gd name="csY2" fmla="*/ 0 h 24457"/>
                <a:gd name="csX3" fmla="*/ 290239 w 290238"/>
                <a:gd name="csY3" fmla="*/ 0 h 24457"/>
                <a:gd name="csX4" fmla="*/ 290239 w 290238"/>
                <a:gd name="csY4" fmla="*/ 24457 h 24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0238" h="24457">
                  <a:moveTo>
                    <a:pt x="290239" y="24457"/>
                  </a:moveTo>
                  <a:lnTo>
                    <a:pt x="0" y="24457"/>
                  </a:lnTo>
                  <a:lnTo>
                    <a:pt x="0" y="0"/>
                  </a:lnTo>
                  <a:lnTo>
                    <a:pt x="290239" y="0"/>
                  </a:lnTo>
                  <a:lnTo>
                    <a:pt x="290239" y="2445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B22A26AA-5707-C2D7-31B9-3E9DF05EF087}"/>
                </a:ext>
              </a:extLst>
            </p:cNvPr>
            <p:cNvSpPr/>
            <p:nvPr/>
          </p:nvSpPr>
          <p:spPr>
            <a:xfrm>
              <a:off x="5727016" y="3193051"/>
              <a:ext cx="286881" cy="158946"/>
            </a:xfrm>
            <a:custGeom>
              <a:avLst/>
              <a:gdLst>
                <a:gd name="csX0" fmla="*/ 286882 w 286881"/>
                <a:gd name="csY0" fmla="*/ 15079 h 158946"/>
                <a:gd name="csX1" fmla="*/ 159000 w 286881"/>
                <a:gd name="csY1" fmla="*/ 142961 h 158946"/>
                <a:gd name="csX2" fmla="*/ 143921 w 286881"/>
                <a:gd name="csY2" fmla="*/ 142961 h 158946"/>
                <a:gd name="csX3" fmla="*/ 87493 w 286881"/>
                <a:gd name="csY3" fmla="*/ 86533 h 158946"/>
                <a:gd name="csX4" fmla="*/ 15079 w 286881"/>
                <a:gd name="csY4" fmla="*/ 158947 h 158946"/>
                <a:gd name="csX5" fmla="*/ 0 w 286881"/>
                <a:gd name="csY5" fmla="*/ 143867 h 158946"/>
                <a:gd name="csX6" fmla="*/ 79926 w 286881"/>
                <a:gd name="csY6" fmla="*/ 63941 h 158946"/>
                <a:gd name="csX7" fmla="*/ 95005 w 286881"/>
                <a:gd name="csY7" fmla="*/ 63941 h 158946"/>
                <a:gd name="csX8" fmla="*/ 151434 w 286881"/>
                <a:gd name="csY8" fmla="*/ 120369 h 158946"/>
                <a:gd name="csX9" fmla="*/ 271803 w 286881"/>
                <a:gd name="csY9" fmla="*/ 0 h 158946"/>
                <a:gd name="csX10" fmla="*/ 286828 w 286881"/>
                <a:gd name="csY10" fmla="*/ 15079 h 158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6881" h="158946">
                  <a:moveTo>
                    <a:pt x="286882" y="15079"/>
                  </a:moveTo>
                  <a:lnTo>
                    <a:pt x="159000" y="142961"/>
                  </a:lnTo>
                  <a:lnTo>
                    <a:pt x="143921" y="142961"/>
                  </a:lnTo>
                  <a:lnTo>
                    <a:pt x="87493" y="86533"/>
                  </a:lnTo>
                  <a:lnTo>
                    <a:pt x="15079" y="158947"/>
                  </a:lnTo>
                  <a:lnTo>
                    <a:pt x="0" y="143867"/>
                  </a:lnTo>
                  <a:lnTo>
                    <a:pt x="79926" y="63941"/>
                  </a:lnTo>
                  <a:lnTo>
                    <a:pt x="95005" y="63941"/>
                  </a:lnTo>
                  <a:lnTo>
                    <a:pt x="151434" y="120369"/>
                  </a:lnTo>
                  <a:lnTo>
                    <a:pt x="271803" y="0"/>
                  </a:lnTo>
                  <a:lnTo>
                    <a:pt x="286828" y="150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CBE2AE9C-1923-89FA-E577-970518EF44BD}"/>
              </a:ext>
            </a:extLst>
          </p:cNvPr>
          <p:cNvGrpSpPr/>
          <p:nvPr userDrawn="1"/>
        </p:nvGrpSpPr>
        <p:grpSpPr>
          <a:xfrm>
            <a:off x="7653132" y="2864389"/>
            <a:ext cx="271819" cy="271749"/>
            <a:chOff x="6755027" y="3168647"/>
            <a:chExt cx="271748" cy="271749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6413D47-492D-BFB9-1553-E92519AE1AA6}"/>
                </a:ext>
              </a:extLst>
            </p:cNvPr>
            <p:cNvSpPr/>
            <p:nvPr/>
          </p:nvSpPr>
          <p:spPr>
            <a:xfrm>
              <a:off x="6755027" y="3195289"/>
              <a:ext cx="245107" cy="245107"/>
            </a:xfrm>
            <a:custGeom>
              <a:avLst/>
              <a:gdLst>
                <a:gd name="csX0" fmla="*/ 21314 w 245107"/>
                <a:gd name="csY0" fmla="*/ 0 h 245107"/>
                <a:gd name="csX1" fmla="*/ 0 w 245107"/>
                <a:gd name="csY1" fmla="*/ 21314 h 245107"/>
                <a:gd name="csX2" fmla="*/ 0 w 245107"/>
                <a:gd name="csY2" fmla="*/ 223793 h 245107"/>
                <a:gd name="csX3" fmla="*/ 21314 w 245107"/>
                <a:gd name="csY3" fmla="*/ 245107 h 245107"/>
                <a:gd name="csX4" fmla="*/ 223793 w 245107"/>
                <a:gd name="csY4" fmla="*/ 245107 h 245107"/>
                <a:gd name="csX5" fmla="*/ 245107 w 245107"/>
                <a:gd name="csY5" fmla="*/ 223793 h 245107"/>
                <a:gd name="csX6" fmla="*/ 245107 w 245107"/>
                <a:gd name="csY6" fmla="*/ 85255 h 245107"/>
                <a:gd name="csX7" fmla="*/ 223793 w 245107"/>
                <a:gd name="csY7" fmla="*/ 85255 h 245107"/>
                <a:gd name="csX8" fmla="*/ 223793 w 245107"/>
                <a:gd name="csY8" fmla="*/ 223793 h 245107"/>
                <a:gd name="csX9" fmla="*/ 21314 w 245107"/>
                <a:gd name="csY9" fmla="*/ 223793 h 245107"/>
                <a:gd name="csX10" fmla="*/ 21314 w 245107"/>
                <a:gd name="csY10" fmla="*/ 21314 h 245107"/>
                <a:gd name="csX11" fmla="*/ 159852 w 245107"/>
                <a:gd name="csY11" fmla="*/ 21314 h 245107"/>
                <a:gd name="csX12" fmla="*/ 159852 w 245107"/>
                <a:gd name="csY12" fmla="*/ 0 h 245107"/>
                <a:gd name="csX13" fmla="*/ 21314 w 245107"/>
                <a:gd name="csY13" fmla="*/ 0 h 245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5107" h="245107">
                  <a:moveTo>
                    <a:pt x="21314" y="0"/>
                  </a:moveTo>
                  <a:lnTo>
                    <a:pt x="0" y="21314"/>
                  </a:lnTo>
                  <a:lnTo>
                    <a:pt x="0" y="223793"/>
                  </a:lnTo>
                  <a:lnTo>
                    <a:pt x="21314" y="245107"/>
                  </a:lnTo>
                  <a:lnTo>
                    <a:pt x="223793" y="245107"/>
                  </a:lnTo>
                  <a:lnTo>
                    <a:pt x="245107" y="223793"/>
                  </a:lnTo>
                  <a:lnTo>
                    <a:pt x="245107" y="85255"/>
                  </a:lnTo>
                  <a:lnTo>
                    <a:pt x="223793" y="85255"/>
                  </a:lnTo>
                  <a:lnTo>
                    <a:pt x="223793" y="223793"/>
                  </a:lnTo>
                  <a:lnTo>
                    <a:pt x="21314" y="223793"/>
                  </a:lnTo>
                  <a:lnTo>
                    <a:pt x="21314" y="21314"/>
                  </a:lnTo>
                  <a:lnTo>
                    <a:pt x="159852" y="21314"/>
                  </a:lnTo>
                  <a:lnTo>
                    <a:pt x="159852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6C44CBAE-D7C3-2695-808D-2020CD43EC3B}"/>
                </a:ext>
              </a:extLst>
            </p:cNvPr>
            <p:cNvSpPr/>
            <p:nvPr/>
          </p:nvSpPr>
          <p:spPr>
            <a:xfrm>
              <a:off x="6905128" y="3168647"/>
              <a:ext cx="121647" cy="121647"/>
            </a:xfrm>
            <a:custGeom>
              <a:avLst/>
              <a:gdLst>
                <a:gd name="csX0" fmla="*/ 41721 w 121647"/>
                <a:gd name="csY0" fmla="*/ 0 h 121647"/>
                <a:gd name="csX1" fmla="*/ 41721 w 121647"/>
                <a:gd name="csY1" fmla="*/ 21314 h 121647"/>
                <a:gd name="csX2" fmla="*/ 85255 w 121647"/>
                <a:gd name="csY2" fmla="*/ 21314 h 121647"/>
                <a:gd name="csX3" fmla="*/ 0 w 121647"/>
                <a:gd name="csY3" fmla="*/ 106568 h 121647"/>
                <a:gd name="csX4" fmla="*/ 15079 w 121647"/>
                <a:gd name="csY4" fmla="*/ 121648 h 121647"/>
                <a:gd name="csX5" fmla="*/ 100334 w 121647"/>
                <a:gd name="csY5" fmla="*/ 36393 h 121647"/>
                <a:gd name="csX6" fmla="*/ 100334 w 121647"/>
                <a:gd name="csY6" fmla="*/ 79926 h 121647"/>
                <a:gd name="csX7" fmla="*/ 121647 w 121647"/>
                <a:gd name="csY7" fmla="*/ 79926 h 121647"/>
                <a:gd name="csX8" fmla="*/ 121647 w 121647"/>
                <a:gd name="csY8" fmla="*/ 21527 h 121647"/>
                <a:gd name="csX9" fmla="*/ 100121 w 121647"/>
                <a:gd name="csY9" fmla="*/ 0 h 121647"/>
                <a:gd name="csX10" fmla="*/ 41721 w 121647"/>
                <a:gd name="csY10" fmla="*/ 0 h 12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1647" h="121647">
                  <a:moveTo>
                    <a:pt x="41721" y="0"/>
                  </a:moveTo>
                  <a:lnTo>
                    <a:pt x="41721" y="21314"/>
                  </a:lnTo>
                  <a:lnTo>
                    <a:pt x="85255" y="21314"/>
                  </a:lnTo>
                  <a:lnTo>
                    <a:pt x="0" y="106568"/>
                  </a:lnTo>
                  <a:lnTo>
                    <a:pt x="15079" y="121648"/>
                  </a:lnTo>
                  <a:lnTo>
                    <a:pt x="100334" y="36393"/>
                  </a:lnTo>
                  <a:lnTo>
                    <a:pt x="100334" y="79926"/>
                  </a:lnTo>
                  <a:lnTo>
                    <a:pt x="121647" y="79926"/>
                  </a:lnTo>
                  <a:lnTo>
                    <a:pt x="121647" y="21527"/>
                  </a:lnTo>
                  <a:lnTo>
                    <a:pt x="100121" y="0"/>
                  </a:lnTo>
                  <a:lnTo>
                    <a:pt x="4172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C6C918B-6E24-499D-14D5-33A6411F5452}"/>
              </a:ext>
            </a:extLst>
          </p:cNvPr>
          <p:cNvGrpSpPr/>
          <p:nvPr userDrawn="1"/>
        </p:nvGrpSpPr>
        <p:grpSpPr>
          <a:xfrm>
            <a:off x="8809833" y="2848403"/>
            <a:ext cx="287809" cy="287734"/>
            <a:chOff x="7783411" y="3152662"/>
            <a:chExt cx="287734" cy="287734"/>
          </a:xfrm>
        </p:grpSpPr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634828D8-1C40-BF78-BA02-8CD82B22FD32}"/>
                </a:ext>
              </a:extLst>
            </p:cNvPr>
            <p:cNvSpPr/>
            <p:nvPr/>
          </p:nvSpPr>
          <p:spPr>
            <a:xfrm>
              <a:off x="7783411" y="3152662"/>
              <a:ext cx="287734" cy="287734"/>
            </a:xfrm>
            <a:custGeom>
              <a:avLst/>
              <a:gdLst>
                <a:gd name="csX0" fmla="*/ 21314 w 287734"/>
                <a:gd name="csY0" fmla="*/ 0 h 287734"/>
                <a:gd name="csX1" fmla="*/ 223793 w 287734"/>
                <a:gd name="csY1" fmla="*/ 0 h 287734"/>
                <a:gd name="csX2" fmla="*/ 287734 w 287734"/>
                <a:gd name="csY2" fmla="*/ 64047 h 287734"/>
                <a:gd name="csX3" fmla="*/ 287734 w 287734"/>
                <a:gd name="csY3" fmla="*/ 266421 h 287734"/>
                <a:gd name="csX4" fmla="*/ 266421 w 287734"/>
                <a:gd name="csY4" fmla="*/ 287734 h 287734"/>
                <a:gd name="csX5" fmla="*/ 21314 w 287734"/>
                <a:gd name="csY5" fmla="*/ 287734 h 287734"/>
                <a:gd name="csX6" fmla="*/ 0 w 287734"/>
                <a:gd name="csY6" fmla="*/ 266421 h 287734"/>
                <a:gd name="csX7" fmla="*/ 0 w 287734"/>
                <a:gd name="csY7" fmla="*/ 21314 h 287734"/>
                <a:gd name="csX8" fmla="*/ 21314 w 287734"/>
                <a:gd name="csY8" fmla="*/ 0 h 287734"/>
                <a:gd name="csX9" fmla="*/ 21314 w 287734"/>
                <a:gd name="csY9" fmla="*/ 266421 h 287734"/>
                <a:gd name="csX10" fmla="*/ 266421 w 287734"/>
                <a:gd name="csY10" fmla="*/ 266421 h 287734"/>
                <a:gd name="csX11" fmla="*/ 266421 w 287734"/>
                <a:gd name="csY11" fmla="*/ 72839 h 287734"/>
                <a:gd name="csX12" fmla="*/ 214949 w 287734"/>
                <a:gd name="csY12" fmla="*/ 21314 h 287734"/>
                <a:gd name="csX13" fmla="*/ 21314 w 287734"/>
                <a:gd name="csY13" fmla="*/ 21314 h 287734"/>
                <a:gd name="csX14" fmla="*/ 21314 w 287734"/>
                <a:gd name="csY14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7734" h="287734">
                  <a:moveTo>
                    <a:pt x="21314" y="0"/>
                  </a:moveTo>
                  <a:lnTo>
                    <a:pt x="223793" y="0"/>
                  </a:lnTo>
                  <a:lnTo>
                    <a:pt x="287734" y="64047"/>
                  </a:lnTo>
                  <a:lnTo>
                    <a:pt x="287734" y="266421"/>
                  </a:ln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close/>
                  <a:moveTo>
                    <a:pt x="21314" y="266421"/>
                  </a:moveTo>
                  <a:lnTo>
                    <a:pt x="266421" y="266421"/>
                  </a:lnTo>
                  <a:lnTo>
                    <a:pt x="266421" y="72839"/>
                  </a:lnTo>
                  <a:lnTo>
                    <a:pt x="214949" y="21314"/>
                  </a:lnTo>
                  <a:lnTo>
                    <a:pt x="21314" y="21314"/>
                  </a:lnTo>
                  <a:lnTo>
                    <a:pt x="2131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2A0B13EB-C162-2F19-B300-9E4E9D7B1A41}"/>
                </a:ext>
              </a:extLst>
            </p:cNvPr>
            <p:cNvSpPr/>
            <p:nvPr/>
          </p:nvSpPr>
          <p:spPr>
            <a:xfrm>
              <a:off x="7847352" y="3152662"/>
              <a:ext cx="159852" cy="85254"/>
            </a:xfrm>
            <a:custGeom>
              <a:avLst/>
              <a:gdLst>
                <a:gd name="csX0" fmla="*/ 138539 w 159852"/>
                <a:gd name="csY0" fmla="*/ 21314 h 85254"/>
                <a:gd name="csX1" fmla="*/ 21314 w 159852"/>
                <a:gd name="csY1" fmla="*/ 21314 h 85254"/>
                <a:gd name="csX2" fmla="*/ 21314 w 159852"/>
                <a:gd name="csY2" fmla="*/ 63941 h 85254"/>
                <a:gd name="csX3" fmla="*/ 138539 w 159852"/>
                <a:gd name="csY3" fmla="*/ 63941 h 85254"/>
                <a:gd name="csX4" fmla="*/ 138539 w 159852"/>
                <a:gd name="csY4" fmla="*/ 21314 h 85254"/>
                <a:gd name="csX5" fmla="*/ 159852 w 159852"/>
                <a:gd name="csY5" fmla="*/ 63941 h 85254"/>
                <a:gd name="csX6" fmla="*/ 138539 w 159852"/>
                <a:gd name="csY6" fmla="*/ 85255 h 85254"/>
                <a:gd name="csX7" fmla="*/ 21314 w 159852"/>
                <a:gd name="csY7" fmla="*/ 85255 h 85254"/>
                <a:gd name="csX8" fmla="*/ 0 w 159852"/>
                <a:gd name="csY8" fmla="*/ 63941 h 85254"/>
                <a:gd name="csX9" fmla="*/ 0 w 159852"/>
                <a:gd name="csY9" fmla="*/ 0 h 85254"/>
                <a:gd name="csX10" fmla="*/ 138539 w 159852"/>
                <a:gd name="csY10" fmla="*/ 0 h 85254"/>
                <a:gd name="csX11" fmla="*/ 159852 w 159852"/>
                <a:gd name="csY11" fmla="*/ 21314 h 85254"/>
                <a:gd name="csX12" fmla="*/ 159852 w 159852"/>
                <a:gd name="csY12" fmla="*/ 63941 h 8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9852" h="85254">
                  <a:moveTo>
                    <a:pt x="138539" y="21314"/>
                  </a:moveTo>
                  <a:lnTo>
                    <a:pt x="21314" y="21314"/>
                  </a:lnTo>
                  <a:lnTo>
                    <a:pt x="21314" y="63941"/>
                  </a:lnTo>
                  <a:lnTo>
                    <a:pt x="138539" y="63941"/>
                  </a:lnTo>
                  <a:lnTo>
                    <a:pt x="138539" y="21314"/>
                  </a:lnTo>
                  <a:close/>
                  <a:moveTo>
                    <a:pt x="159852" y="63941"/>
                  </a:moveTo>
                  <a:lnTo>
                    <a:pt x="138539" y="85255"/>
                  </a:lnTo>
                  <a:lnTo>
                    <a:pt x="21314" y="85255"/>
                  </a:lnTo>
                  <a:lnTo>
                    <a:pt x="0" y="63941"/>
                  </a:lnTo>
                  <a:lnTo>
                    <a:pt x="0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6394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DC39A0C4-3126-1C70-92F1-B6A5629EC451}"/>
                </a:ext>
              </a:extLst>
            </p:cNvPr>
            <p:cNvSpPr/>
            <p:nvPr/>
          </p:nvSpPr>
          <p:spPr>
            <a:xfrm>
              <a:off x="7847352" y="3312514"/>
              <a:ext cx="165180" cy="127881"/>
            </a:xfrm>
            <a:custGeom>
              <a:avLst/>
              <a:gdLst>
                <a:gd name="csX0" fmla="*/ 21314 w 165180"/>
                <a:gd name="csY0" fmla="*/ 106568 h 127881"/>
                <a:gd name="csX1" fmla="*/ 143867 w 165180"/>
                <a:gd name="csY1" fmla="*/ 106568 h 127881"/>
                <a:gd name="csX2" fmla="*/ 143867 w 165180"/>
                <a:gd name="csY2" fmla="*/ 21314 h 127881"/>
                <a:gd name="csX3" fmla="*/ 21314 w 165180"/>
                <a:gd name="csY3" fmla="*/ 21314 h 127881"/>
                <a:gd name="csX4" fmla="*/ 21314 w 165180"/>
                <a:gd name="csY4" fmla="*/ 106568 h 127881"/>
                <a:gd name="csX5" fmla="*/ 0 w 165180"/>
                <a:gd name="csY5" fmla="*/ 21314 h 127881"/>
                <a:gd name="csX6" fmla="*/ 21314 w 165180"/>
                <a:gd name="csY6" fmla="*/ 0 h 127881"/>
                <a:gd name="csX7" fmla="*/ 143867 w 165180"/>
                <a:gd name="csY7" fmla="*/ 0 h 127881"/>
                <a:gd name="csX8" fmla="*/ 165181 w 165180"/>
                <a:gd name="csY8" fmla="*/ 21314 h 127881"/>
                <a:gd name="csX9" fmla="*/ 165181 w 165180"/>
                <a:gd name="csY9" fmla="*/ 127882 h 127881"/>
                <a:gd name="csX10" fmla="*/ 0 w 165180"/>
                <a:gd name="csY10" fmla="*/ 127882 h 127881"/>
                <a:gd name="csX11" fmla="*/ 0 w 165180"/>
                <a:gd name="csY11" fmla="*/ 21314 h 127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5180" h="127881">
                  <a:moveTo>
                    <a:pt x="21314" y="106568"/>
                  </a:moveTo>
                  <a:lnTo>
                    <a:pt x="143867" y="106568"/>
                  </a:lnTo>
                  <a:lnTo>
                    <a:pt x="143867" y="21314"/>
                  </a:lnTo>
                  <a:lnTo>
                    <a:pt x="21314" y="21314"/>
                  </a:lnTo>
                  <a:lnTo>
                    <a:pt x="21314" y="106568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43867" y="0"/>
                  </a:lnTo>
                  <a:lnTo>
                    <a:pt x="165181" y="21314"/>
                  </a:lnTo>
                  <a:lnTo>
                    <a:pt x="165181" y="127882"/>
                  </a:lnTo>
                  <a:lnTo>
                    <a:pt x="0" y="127882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33978D1-3FD4-60C6-1FE3-354808EF84E1}"/>
              </a:ext>
            </a:extLst>
          </p:cNvPr>
          <p:cNvGrpSpPr/>
          <p:nvPr userDrawn="1"/>
        </p:nvGrpSpPr>
        <p:grpSpPr>
          <a:xfrm>
            <a:off x="9966534" y="2850268"/>
            <a:ext cx="286583" cy="285868"/>
            <a:chOff x="8811795" y="3154527"/>
            <a:chExt cx="286508" cy="285868"/>
          </a:xfrm>
        </p:grpSpPr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F7B971B0-E743-B828-0908-C4FB687CDEE8}"/>
                </a:ext>
              </a:extLst>
            </p:cNvPr>
            <p:cNvSpPr/>
            <p:nvPr/>
          </p:nvSpPr>
          <p:spPr>
            <a:xfrm>
              <a:off x="8811795" y="3184632"/>
              <a:ext cx="255763" cy="255763"/>
            </a:xfrm>
            <a:custGeom>
              <a:avLst/>
              <a:gdLst>
                <a:gd name="csX0" fmla="*/ 21314 w 255763"/>
                <a:gd name="csY0" fmla="*/ 0 h 255763"/>
                <a:gd name="csX1" fmla="*/ 0 w 255763"/>
                <a:gd name="csY1" fmla="*/ 21314 h 255763"/>
                <a:gd name="csX2" fmla="*/ 0 w 255763"/>
                <a:gd name="csY2" fmla="*/ 234450 h 255763"/>
                <a:gd name="csX3" fmla="*/ 21314 w 255763"/>
                <a:gd name="csY3" fmla="*/ 255764 h 255763"/>
                <a:gd name="csX4" fmla="*/ 234450 w 255763"/>
                <a:gd name="csY4" fmla="*/ 255764 h 255763"/>
                <a:gd name="csX5" fmla="*/ 255764 w 255763"/>
                <a:gd name="csY5" fmla="*/ 234450 h 255763"/>
                <a:gd name="csX6" fmla="*/ 255764 w 255763"/>
                <a:gd name="csY6" fmla="*/ 111897 h 255763"/>
                <a:gd name="csX7" fmla="*/ 234450 w 255763"/>
                <a:gd name="csY7" fmla="*/ 111897 h 255763"/>
                <a:gd name="csX8" fmla="*/ 234450 w 255763"/>
                <a:gd name="csY8" fmla="*/ 234450 h 255763"/>
                <a:gd name="csX9" fmla="*/ 21314 w 255763"/>
                <a:gd name="csY9" fmla="*/ 234450 h 255763"/>
                <a:gd name="csX10" fmla="*/ 21314 w 255763"/>
                <a:gd name="csY10" fmla="*/ 21314 h 255763"/>
                <a:gd name="csX11" fmla="*/ 144347 w 255763"/>
                <a:gd name="csY11" fmla="*/ 21314 h 255763"/>
                <a:gd name="csX12" fmla="*/ 144347 w 255763"/>
                <a:gd name="csY12" fmla="*/ 0 h 255763"/>
                <a:gd name="csX13" fmla="*/ 21314 w 255763"/>
                <a:gd name="csY13" fmla="*/ 0 h 255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55763" h="255763">
                  <a:moveTo>
                    <a:pt x="21314" y="0"/>
                  </a:moveTo>
                  <a:lnTo>
                    <a:pt x="0" y="21314"/>
                  </a:lnTo>
                  <a:lnTo>
                    <a:pt x="0" y="234450"/>
                  </a:lnTo>
                  <a:lnTo>
                    <a:pt x="21314" y="255764"/>
                  </a:lnTo>
                  <a:lnTo>
                    <a:pt x="234450" y="255764"/>
                  </a:lnTo>
                  <a:lnTo>
                    <a:pt x="255764" y="234450"/>
                  </a:lnTo>
                  <a:lnTo>
                    <a:pt x="255764" y="111897"/>
                  </a:lnTo>
                  <a:lnTo>
                    <a:pt x="234450" y="111897"/>
                  </a:lnTo>
                  <a:lnTo>
                    <a:pt x="234450" y="234450"/>
                  </a:lnTo>
                  <a:lnTo>
                    <a:pt x="21314" y="234450"/>
                  </a:lnTo>
                  <a:lnTo>
                    <a:pt x="21314" y="21314"/>
                  </a:lnTo>
                  <a:lnTo>
                    <a:pt x="144347" y="21314"/>
                  </a:lnTo>
                  <a:lnTo>
                    <a:pt x="144347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C340ED45-B99D-B70D-16FA-4835FBADB39D}"/>
                </a:ext>
              </a:extLst>
            </p:cNvPr>
            <p:cNvSpPr/>
            <p:nvPr/>
          </p:nvSpPr>
          <p:spPr>
            <a:xfrm>
              <a:off x="8903710" y="3154527"/>
              <a:ext cx="194593" cy="194593"/>
            </a:xfrm>
            <a:custGeom>
              <a:avLst/>
              <a:gdLst>
                <a:gd name="csX0" fmla="*/ 149356 w 194593"/>
                <a:gd name="csY0" fmla="*/ 30106 h 194593"/>
                <a:gd name="csX1" fmla="*/ 22220 w 194593"/>
                <a:gd name="csY1" fmla="*/ 157295 h 194593"/>
                <a:gd name="csX2" fmla="*/ 21261 w 194593"/>
                <a:gd name="csY2" fmla="*/ 173280 h 194593"/>
                <a:gd name="csX3" fmla="*/ 37299 w 194593"/>
                <a:gd name="csY3" fmla="*/ 172321 h 194593"/>
                <a:gd name="csX4" fmla="*/ 164435 w 194593"/>
                <a:gd name="csY4" fmla="*/ 45185 h 194593"/>
                <a:gd name="csX5" fmla="*/ 149356 w 194593"/>
                <a:gd name="csY5" fmla="*/ 30106 h 194593"/>
                <a:gd name="csX6" fmla="*/ 46624 w 194593"/>
                <a:gd name="csY6" fmla="*/ 193155 h 194593"/>
                <a:gd name="csX7" fmla="*/ 22540 w 194593"/>
                <a:gd name="csY7" fmla="*/ 194594 h 194593"/>
                <a:gd name="csX8" fmla="*/ 0 w 194593"/>
                <a:gd name="csY8" fmla="*/ 172055 h 194593"/>
                <a:gd name="csX9" fmla="*/ 1439 w 194593"/>
                <a:gd name="csY9" fmla="*/ 147970 h 194593"/>
                <a:gd name="csX10" fmla="*/ 149356 w 194593"/>
                <a:gd name="csY10" fmla="*/ 0 h 194593"/>
                <a:gd name="csX11" fmla="*/ 194594 w 194593"/>
                <a:gd name="csY11" fmla="*/ 45238 h 194593"/>
                <a:gd name="csX12" fmla="*/ 46624 w 194593"/>
                <a:gd name="csY12" fmla="*/ 193208 h 19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4593" h="194593">
                  <a:moveTo>
                    <a:pt x="149356" y="30106"/>
                  </a:moveTo>
                  <a:lnTo>
                    <a:pt x="22220" y="157295"/>
                  </a:lnTo>
                  <a:lnTo>
                    <a:pt x="21261" y="173280"/>
                  </a:lnTo>
                  <a:lnTo>
                    <a:pt x="37299" y="172321"/>
                  </a:lnTo>
                  <a:lnTo>
                    <a:pt x="164435" y="45185"/>
                  </a:lnTo>
                  <a:lnTo>
                    <a:pt x="149356" y="30106"/>
                  </a:lnTo>
                  <a:close/>
                  <a:moveTo>
                    <a:pt x="46624" y="193155"/>
                  </a:moveTo>
                  <a:lnTo>
                    <a:pt x="22540" y="194594"/>
                  </a:lnTo>
                  <a:lnTo>
                    <a:pt x="0" y="172055"/>
                  </a:lnTo>
                  <a:lnTo>
                    <a:pt x="1439" y="147970"/>
                  </a:lnTo>
                  <a:lnTo>
                    <a:pt x="149356" y="0"/>
                  </a:lnTo>
                  <a:lnTo>
                    <a:pt x="194594" y="45238"/>
                  </a:lnTo>
                  <a:lnTo>
                    <a:pt x="46624" y="19320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E847FC3-AE1C-B03F-9FD6-775C1117513A}"/>
              </a:ext>
            </a:extLst>
          </p:cNvPr>
          <p:cNvGrpSpPr/>
          <p:nvPr userDrawn="1"/>
        </p:nvGrpSpPr>
        <p:grpSpPr>
          <a:xfrm>
            <a:off x="4167038" y="1889288"/>
            <a:ext cx="287809" cy="287734"/>
            <a:chOff x="3653889" y="2193547"/>
            <a:chExt cx="287734" cy="287734"/>
          </a:xfrm>
        </p:grpSpPr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EA384C31-3DB1-BA93-E7BA-C08681448B33}"/>
                </a:ext>
              </a:extLst>
            </p:cNvPr>
            <p:cNvSpPr/>
            <p:nvPr/>
          </p:nvSpPr>
          <p:spPr>
            <a:xfrm>
              <a:off x="3653889" y="2193547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C1EE707-CE1F-9848-10AC-583AC49937C2}"/>
                </a:ext>
              </a:extLst>
            </p:cNvPr>
            <p:cNvSpPr/>
            <p:nvPr/>
          </p:nvSpPr>
          <p:spPr>
            <a:xfrm>
              <a:off x="3660124" y="2199728"/>
              <a:ext cx="275266" cy="275265"/>
            </a:xfrm>
            <a:custGeom>
              <a:avLst/>
              <a:gdLst>
                <a:gd name="csX0" fmla="*/ 260187 w 275266"/>
                <a:gd name="csY0" fmla="*/ 137686 h 275265"/>
                <a:gd name="csX1" fmla="*/ 137633 w 275266"/>
                <a:gd name="csY1" fmla="*/ 15133 h 275265"/>
                <a:gd name="csX2" fmla="*/ 15080 w 275266"/>
                <a:gd name="csY2" fmla="*/ 137686 h 275265"/>
                <a:gd name="csX3" fmla="*/ 137633 w 275266"/>
                <a:gd name="csY3" fmla="*/ 260240 h 275265"/>
                <a:gd name="csX4" fmla="*/ 260187 w 275266"/>
                <a:gd name="csY4" fmla="*/ 137686 h 275265"/>
                <a:gd name="csX5" fmla="*/ 152713 w 275266"/>
                <a:gd name="csY5" fmla="*/ 275266 h 275265"/>
                <a:gd name="csX6" fmla="*/ 122554 w 275266"/>
                <a:gd name="csY6" fmla="*/ 275266 h 275265"/>
                <a:gd name="csX7" fmla="*/ 0 w 275266"/>
                <a:gd name="csY7" fmla="*/ 152712 h 275265"/>
                <a:gd name="csX8" fmla="*/ 0 w 275266"/>
                <a:gd name="csY8" fmla="*/ 122554 h 275265"/>
                <a:gd name="csX9" fmla="*/ 122554 w 275266"/>
                <a:gd name="csY9" fmla="*/ 0 h 275265"/>
                <a:gd name="csX10" fmla="*/ 152713 w 275266"/>
                <a:gd name="csY10" fmla="*/ 0 h 275265"/>
                <a:gd name="csX11" fmla="*/ 275266 w 275266"/>
                <a:gd name="csY11" fmla="*/ 122554 h 275265"/>
                <a:gd name="csX12" fmla="*/ 275266 w 275266"/>
                <a:gd name="csY12" fmla="*/ 152712 h 275265"/>
                <a:gd name="csX13" fmla="*/ 152713 w 275266"/>
                <a:gd name="csY13" fmla="*/ 275266 h 275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75266" h="275265">
                  <a:moveTo>
                    <a:pt x="260187" y="137686"/>
                  </a:moveTo>
                  <a:lnTo>
                    <a:pt x="137633" y="15133"/>
                  </a:lnTo>
                  <a:lnTo>
                    <a:pt x="15080" y="137686"/>
                  </a:lnTo>
                  <a:lnTo>
                    <a:pt x="137633" y="260240"/>
                  </a:lnTo>
                  <a:lnTo>
                    <a:pt x="260187" y="137686"/>
                  </a:lnTo>
                  <a:close/>
                  <a:moveTo>
                    <a:pt x="152713" y="275266"/>
                  </a:moveTo>
                  <a:lnTo>
                    <a:pt x="122554" y="275266"/>
                  </a:lnTo>
                  <a:lnTo>
                    <a:pt x="0" y="152712"/>
                  </a:lnTo>
                  <a:lnTo>
                    <a:pt x="0" y="122554"/>
                  </a:lnTo>
                  <a:lnTo>
                    <a:pt x="122554" y="0"/>
                  </a:lnTo>
                  <a:lnTo>
                    <a:pt x="152713" y="0"/>
                  </a:lnTo>
                  <a:lnTo>
                    <a:pt x="275266" y="122554"/>
                  </a:lnTo>
                  <a:lnTo>
                    <a:pt x="275266" y="152712"/>
                  </a:lnTo>
                  <a:lnTo>
                    <a:pt x="152713" y="27526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2F6AD172-1E4A-4471-AA02-B3A0A80D1D0C}"/>
              </a:ext>
            </a:extLst>
          </p:cNvPr>
          <p:cNvGrpSpPr/>
          <p:nvPr userDrawn="1"/>
        </p:nvGrpSpPr>
        <p:grpSpPr>
          <a:xfrm>
            <a:off x="6496431" y="1889289"/>
            <a:ext cx="287809" cy="287735"/>
            <a:chOff x="5726643" y="2193547"/>
            <a:chExt cx="287734" cy="287735"/>
          </a:xfrm>
        </p:grpSpPr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CC0D1038-0801-D930-378C-92FAFB26AF1C}"/>
                </a:ext>
              </a:extLst>
            </p:cNvPr>
            <p:cNvSpPr/>
            <p:nvPr/>
          </p:nvSpPr>
          <p:spPr>
            <a:xfrm>
              <a:off x="5859853" y="2193547"/>
              <a:ext cx="154524" cy="154524"/>
            </a:xfrm>
            <a:custGeom>
              <a:avLst/>
              <a:gdLst>
                <a:gd name="csX0" fmla="*/ 133210 w 154524"/>
                <a:gd name="csY0" fmla="*/ 21314 h 154524"/>
                <a:gd name="csX1" fmla="*/ 21314 w 154524"/>
                <a:gd name="csY1" fmla="*/ 21314 h 154524"/>
                <a:gd name="csX2" fmla="*/ 21314 w 154524"/>
                <a:gd name="csY2" fmla="*/ 133210 h 154524"/>
                <a:gd name="csX3" fmla="*/ 133210 w 154524"/>
                <a:gd name="csY3" fmla="*/ 133210 h 154524"/>
                <a:gd name="csX4" fmla="*/ 133210 w 154524"/>
                <a:gd name="csY4" fmla="*/ 21314 h 154524"/>
                <a:gd name="csX5" fmla="*/ 154524 w 154524"/>
                <a:gd name="csY5" fmla="*/ 133210 h 154524"/>
                <a:gd name="csX6" fmla="*/ 133210 w 154524"/>
                <a:gd name="csY6" fmla="*/ 154524 h 154524"/>
                <a:gd name="csX7" fmla="*/ 21314 w 154524"/>
                <a:gd name="csY7" fmla="*/ 154524 h 154524"/>
                <a:gd name="csX8" fmla="*/ 0 w 154524"/>
                <a:gd name="csY8" fmla="*/ 133210 h 154524"/>
                <a:gd name="csX9" fmla="*/ 0 w 154524"/>
                <a:gd name="csY9" fmla="*/ 21314 h 154524"/>
                <a:gd name="csX10" fmla="*/ 21314 w 154524"/>
                <a:gd name="csY10" fmla="*/ 0 h 154524"/>
                <a:gd name="csX11" fmla="*/ 133210 w 154524"/>
                <a:gd name="csY11" fmla="*/ 0 h 154524"/>
                <a:gd name="csX12" fmla="*/ 154524 w 154524"/>
                <a:gd name="csY12" fmla="*/ 21314 h 154524"/>
                <a:gd name="csX13" fmla="*/ 154524 w 154524"/>
                <a:gd name="csY13" fmla="*/ 133210 h 154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4524" h="154524">
                  <a:moveTo>
                    <a:pt x="133210" y="21314"/>
                  </a:moveTo>
                  <a:lnTo>
                    <a:pt x="21314" y="21314"/>
                  </a:lnTo>
                  <a:lnTo>
                    <a:pt x="21314" y="133210"/>
                  </a:lnTo>
                  <a:lnTo>
                    <a:pt x="133210" y="133210"/>
                  </a:lnTo>
                  <a:lnTo>
                    <a:pt x="133210" y="21314"/>
                  </a:lnTo>
                  <a:close/>
                  <a:moveTo>
                    <a:pt x="154524" y="133210"/>
                  </a:moveTo>
                  <a:lnTo>
                    <a:pt x="133210" y="154524"/>
                  </a:lnTo>
                  <a:lnTo>
                    <a:pt x="21314" y="154524"/>
                  </a:lnTo>
                  <a:lnTo>
                    <a:pt x="0" y="133210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33210" y="0"/>
                  </a:lnTo>
                  <a:lnTo>
                    <a:pt x="154524" y="21314"/>
                  </a:lnTo>
                  <a:lnTo>
                    <a:pt x="154524" y="1332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972407A8-DA54-EBAA-A6D9-8C6E5A42AA01}"/>
                </a:ext>
              </a:extLst>
            </p:cNvPr>
            <p:cNvSpPr/>
            <p:nvPr/>
          </p:nvSpPr>
          <p:spPr>
            <a:xfrm>
              <a:off x="5726643" y="2326758"/>
              <a:ext cx="154523" cy="154524"/>
            </a:xfrm>
            <a:custGeom>
              <a:avLst/>
              <a:gdLst>
                <a:gd name="csX0" fmla="*/ 133210 w 154523"/>
                <a:gd name="csY0" fmla="*/ 21314 h 154524"/>
                <a:gd name="csX1" fmla="*/ 21313 w 154523"/>
                <a:gd name="csY1" fmla="*/ 21314 h 154524"/>
                <a:gd name="csX2" fmla="*/ 21313 w 154523"/>
                <a:gd name="csY2" fmla="*/ 133210 h 154524"/>
                <a:gd name="csX3" fmla="*/ 133210 w 154523"/>
                <a:gd name="csY3" fmla="*/ 133210 h 154524"/>
                <a:gd name="csX4" fmla="*/ 133210 w 154523"/>
                <a:gd name="csY4" fmla="*/ 21314 h 154524"/>
                <a:gd name="csX5" fmla="*/ 154524 w 154523"/>
                <a:gd name="csY5" fmla="*/ 133210 h 154524"/>
                <a:gd name="csX6" fmla="*/ 133210 w 154523"/>
                <a:gd name="csY6" fmla="*/ 154524 h 154524"/>
                <a:gd name="csX7" fmla="*/ 21313 w 154523"/>
                <a:gd name="csY7" fmla="*/ 154524 h 154524"/>
                <a:gd name="csX8" fmla="*/ 0 w 154523"/>
                <a:gd name="csY8" fmla="*/ 133210 h 154524"/>
                <a:gd name="csX9" fmla="*/ 0 w 154523"/>
                <a:gd name="csY9" fmla="*/ 21314 h 154524"/>
                <a:gd name="csX10" fmla="*/ 21313 w 154523"/>
                <a:gd name="csY10" fmla="*/ 0 h 154524"/>
                <a:gd name="csX11" fmla="*/ 133210 w 154523"/>
                <a:gd name="csY11" fmla="*/ 0 h 154524"/>
                <a:gd name="csX12" fmla="*/ 154524 w 154523"/>
                <a:gd name="csY12" fmla="*/ 21314 h 154524"/>
                <a:gd name="csX13" fmla="*/ 154524 w 154523"/>
                <a:gd name="csY13" fmla="*/ 133210 h 154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4523" h="154524">
                  <a:moveTo>
                    <a:pt x="133210" y="21314"/>
                  </a:moveTo>
                  <a:lnTo>
                    <a:pt x="21313" y="21314"/>
                  </a:lnTo>
                  <a:lnTo>
                    <a:pt x="21313" y="133210"/>
                  </a:lnTo>
                  <a:lnTo>
                    <a:pt x="133210" y="133210"/>
                  </a:lnTo>
                  <a:lnTo>
                    <a:pt x="133210" y="21314"/>
                  </a:lnTo>
                  <a:close/>
                  <a:moveTo>
                    <a:pt x="154524" y="133210"/>
                  </a:moveTo>
                  <a:lnTo>
                    <a:pt x="133210" y="154524"/>
                  </a:lnTo>
                  <a:lnTo>
                    <a:pt x="21313" y="154524"/>
                  </a:lnTo>
                  <a:lnTo>
                    <a:pt x="0" y="133210"/>
                  </a:lnTo>
                  <a:lnTo>
                    <a:pt x="0" y="21314"/>
                  </a:lnTo>
                  <a:lnTo>
                    <a:pt x="21313" y="0"/>
                  </a:lnTo>
                  <a:lnTo>
                    <a:pt x="133210" y="0"/>
                  </a:lnTo>
                  <a:lnTo>
                    <a:pt x="154524" y="21314"/>
                  </a:lnTo>
                  <a:lnTo>
                    <a:pt x="154524" y="1332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4BD63FD-ABD7-3E2A-AFCE-FE184F19A103}"/>
              </a:ext>
            </a:extLst>
          </p:cNvPr>
          <p:cNvGrpSpPr/>
          <p:nvPr userDrawn="1"/>
        </p:nvGrpSpPr>
        <p:grpSpPr>
          <a:xfrm>
            <a:off x="7659101" y="1889288"/>
            <a:ext cx="275871" cy="287734"/>
            <a:chOff x="6760994" y="2193547"/>
            <a:chExt cx="275799" cy="287734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0FB51D99-3255-D534-47DE-A1FE8EFE339E}"/>
                </a:ext>
              </a:extLst>
            </p:cNvPr>
            <p:cNvSpPr/>
            <p:nvPr/>
          </p:nvSpPr>
          <p:spPr>
            <a:xfrm>
              <a:off x="6786997" y="2228661"/>
              <a:ext cx="223793" cy="217452"/>
            </a:xfrm>
            <a:custGeom>
              <a:avLst/>
              <a:gdLst>
                <a:gd name="csX0" fmla="*/ 192729 w 223793"/>
                <a:gd name="csY0" fmla="*/ 186122 h 217452"/>
                <a:gd name="csX1" fmla="*/ 138539 w 223793"/>
                <a:gd name="csY1" fmla="*/ 217453 h 217452"/>
                <a:gd name="csX2" fmla="*/ 138539 w 223793"/>
                <a:gd name="csY2" fmla="*/ 195340 h 217452"/>
                <a:gd name="csX3" fmla="*/ 173654 w 223793"/>
                <a:gd name="csY3" fmla="*/ 175038 h 217452"/>
                <a:gd name="csX4" fmla="*/ 192729 w 223793"/>
                <a:gd name="csY4" fmla="*/ 186175 h 217452"/>
                <a:gd name="csX5" fmla="*/ 50141 w 223793"/>
                <a:gd name="csY5" fmla="*/ 174985 h 217452"/>
                <a:gd name="csX6" fmla="*/ 85255 w 223793"/>
                <a:gd name="csY6" fmla="*/ 195286 h 217452"/>
                <a:gd name="csX7" fmla="*/ 85255 w 223793"/>
                <a:gd name="csY7" fmla="*/ 217399 h 217452"/>
                <a:gd name="csX8" fmla="*/ 31065 w 223793"/>
                <a:gd name="csY8" fmla="*/ 186122 h 217452"/>
                <a:gd name="csX9" fmla="*/ 50141 w 223793"/>
                <a:gd name="csY9" fmla="*/ 174985 h 217452"/>
                <a:gd name="csX10" fmla="*/ 23552 w 223793"/>
                <a:gd name="csY10" fmla="*/ 88558 h 217452"/>
                <a:gd name="csX11" fmla="*/ 21314 w 223793"/>
                <a:gd name="csY11" fmla="*/ 108700 h 217452"/>
                <a:gd name="csX12" fmla="*/ 23552 w 223793"/>
                <a:gd name="csY12" fmla="*/ 128841 h 217452"/>
                <a:gd name="csX13" fmla="*/ 4423 w 223793"/>
                <a:gd name="csY13" fmla="*/ 139977 h 217452"/>
                <a:gd name="csX14" fmla="*/ 0 w 223793"/>
                <a:gd name="csY14" fmla="*/ 108700 h 217452"/>
                <a:gd name="csX15" fmla="*/ 4423 w 223793"/>
                <a:gd name="csY15" fmla="*/ 77369 h 217452"/>
                <a:gd name="csX16" fmla="*/ 23552 w 223793"/>
                <a:gd name="csY16" fmla="*/ 88505 h 217452"/>
                <a:gd name="csX17" fmla="*/ 219371 w 223793"/>
                <a:gd name="csY17" fmla="*/ 77422 h 217452"/>
                <a:gd name="csX18" fmla="*/ 223793 w 223793"/>
                <a:gd name="csY18" fmla="*/ 108700 h 217452"/>
                <a:gd name="csX19" fmla="*/ 219371 w 223793"/>
                <a:gd name="csY19" fmla="*/ 139977 h 217452"/>
                <a:gd name="csX20" fmla="*/ 200242 w 223793"/>
                <a:gd name="csY20" fmla="*/ 128841 h 217452"/>
                <a:gd name="csX21" fmla="*/ 202480 w 223793"/>
                <a:gd name="csY21" fmla="*/ 108700 h 217452"/>
                <a:gd name="csX22" fmla="*/ 200242 w 223793"/>
                <a:gd name="csY22" fmla="*/ 88558 h 217452"/>
                <a:gd name="csX23" fmla="*/ 219371 w 223793"/>
                <a:gd name="csY23" fmla="*/ 77422 h 217452"/>
                <a:gd name="csX24" fmla="*/ 85255 w 223793"/>
                <a:gd name="csY24" fmla="*/ 22113 h 217452"/>
                <a:gd name="csX25" fmla="*/ 50087 w 223793"/>
                <a:gd name="csY25" fmla="*/ 42467 h 217452"/>
                <a:gd name="csX26" fmla="*/ 31012 w 223793"/>
                <a:gd name="csY26" fmla="*/ 31331 h 217452"/>
                <a:gd name="csX27" fmla="*/ 85255 w 223793"/>
                <a:gd name="csY27" fmla="*/ 0 h 217452"/>
                <a:gd name="csX28" fmla="*/ 85255 w 223793"/>
                <a:gd name="csY28" fmla="*/ 22113 h 217452"/>
                <a:gd name="csX29" fmla="*/ 138539 w 223793"/>
                <a:gd name="csY29" fmla="*/ 53 h 217452"/>
                <a:gd name="csX30" fmla="*/ 192676 w 223793"/>
                <a:gd name="csY30" fmla="*/ 31331 h 217452"/>
                <a:gd name="csX31" fmla="*/ 173600 w 223793"/>
                <a:gd name="csY31" fmla="*/ 42467 h 217452"/>
                <a:gd name="csX32" fmla="*/ 138539 w 223793"/>
                <a:gd name="csY32" fmla="*/ 22166 h 217452"/>
                <a:gd name="csX33" fmla="*/ 138539 w 223793"/>
                <a:gd name="csY33" fmla="*/ 53 h 217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23793" h="217452">
                  <a:moveTo>
                    <a:pt x="192729" y="186122"/>
                  </a:moveTo>
                  <a:cubicBezTo>
                    <a:pt x="178236" y="201254"/>
                    <a:pt x="159533" y="212284"/>
                    <a:pt x="138539" y="217453"/>
                  </a:cubicBezTo>
                  <a:lnTo>
                    <a:pt x="138539" y="195340"/>
                  </a:lnTo>
                  <a:cubicBezTo>
                    <a:pt x="151807" y="191290"/>
                    <a:pt x="163743" y="184257"/>
                    <a:pt x="173654" y="175038"/>
                  </a:cubicBezTo>
                  <a:lnTo>
                    <a:pt x="192729" y="186175"/>
                  </a:lnTo>
                  <a:close/>
                  <a:moveTo>
                    <a:pt x="50141" y="174985"/>
                  </a:moveTo>
                  <a:cubicBezTo>
                    <a:pt x="60051" y="184203"/>
                    <a:pt x="71987" y="191237"/>
                    <a:pt x="85255" y="195286"/>
                  </a:cubicBezTo>
                  <a:lnTo>
                    <a:pt x="85255" y="217399"/>
                  </a:lnTo>
                  <a:cubicBezTo>
                    <a:pt x="64261" y="212284"/>
                    <a:pt x="45558" y="201201"/>
                    <a:pt x="31065" y="186122"/>
                  </a:cubicBezTo>
                  <a:lnTo>
                    <a:pt x="50141" y="174985"/>
                  </a:lnTo>
                  <a:close/>
                  <a:moveTo>
                    <a:pt x="23552" y="88558"/>
                  </a:moveTo>
                  <a:cubicBezTo>
                    <a:pt x="22113" y="95059"/>
                    <a:pt x="21314" y="101773"/>
                    <a:pt x="21314" y="108700"/>
                  </a:cubicBezTo>
                  <a:cubicBezTo>
                    <a:pt x="21314" y="115627"/>
                    <a:pt x="22113" y="122340"/>
                    <a:pt x="23552" y="128841"/>
                  </a:cubicBezTo>
                  <a:lnTo>
                    <a:pt x="4423" y="139977"/>
                  </a:lnTo>
                  <a:cubicBezTo>
                    <a:pt x="1545" y="130067"/>
                    <a:pt x="0" y="119570"/>
                    <a:pt x="0" y="108700"/>
                  </a:cubicBezTo>
                  <a:cubicBezTo>
                    <a:pt x="0" y="97830"/>
                    <a:pt x="1545" y="87333"/>
                    <a:pt x="4423" y="77369"/>
                  </a:cubicBezTo>
                  <a:lnTo>
                    <a:pt x="23552" y="88505"/>
                  </a:lnTo>
                  <a:close/>
                  <a:moveTo>
                    <a:pt x="219371" y="77422"/>
                  </a:moveTo>
                  <a:cubicBezTo>
                    <a:pt x="222249" y="87333"/>
                    <a:pt x="223793" y="97830"/>
                    <a:pt x="223793" y="108700"/>
                  </a:cubicBezTo>
                  <a:cubicBezTo>
                    <a:pt x="223793" y="119570"/>
                    <a:pt x="222249" y="130067"/>
                    <a:pt x="219371" y="139977"/>
                  </a:cubicBezTo>
                  <a:lnTo>
                    <a:pt x="200242" y="128841"/>
                  </a:lnTo>
                  <a:cubicBezTo>
                    <a:pt x="201681" y="122394"/>
                    <a:pt x="202480" y="115627"/>
                    <a:pt x="202480" y="108700"/>
                  </a:cubicBezTo>
                  <a:cubicBezTo>
                    <a:pt x="202480" y="101773"/>
                    <a:pt x="201681" y="95006"/>
                    <a:pt x="200242" y="88558"/>
                  </a:cubicBezTo>
                  <a:lnTo>
                    <a:pt x="219371" y="77422"/>
                  </a:lnTo>
                  <a:close/>
                  <a:moveTo>
                    <a:pt x="85255" y="22113"/>
                  </a:moveTo>
                  <a:cubicBezTo>
                    <a:pt x="71987" y="26216"/>
                    <a:pt x="59998" y="33249"/>
                    <a:pt x="50087" y="42467"/>
                  </a:cubicBezTo>
                  <a:lnTo>
                    <a:pt x="31012" y="31331"/>
                  </a:lnTo>
                  <a:cubicBezTo>
                    <a:pt x="45505" y="16198"/>
                    <a:pt x="64208" y="5115"/>
                    <a:pt x="85255" y="0"/>
                  </a:cubicBezTo>
                  <a:lnTo>
                    <a:pt x="85255" y="22113"/>
                  </a:lnTo>
                  <a:close/>
                  <a:moveTo>
                    <a:pt x="138539" y="53"/>
                  </a:moveTo>
                  <a:cubicBezTo>
                    <a:pt x="159533" y="5169"/>
                    <a:pt x="178236" y="16252"/>
                    <a:pt x="192676" y="31331"/>
                  </a:cubicBezTo>
                  <a:lnTo>
                    <a:pt x="173600" y="42467"/>
                  </a:lnTo>
                  <a:cubicBezTo>
                    <a:pt x="163743" y="33249"/>
                    <a:pt x="151807" y="26216"/>
                    <a:pt x="138539" y="22166"/>
                  </a:cubicBezTo>
                  <a:lnTo>
                    <a:pt x="138539" y="5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862E096E-C233-E285-582F-94B490FB105E}"/>
                </a:ext>
              </a:extLst>
            </p:cNvPr>
            <p:cNvSpPr/>
            <p:nvPr/>
          </p:nvSpPr>
          <p:spPr>
            <a:xfrm>
              <a:off x="6850938" y="2193547"/>
              <a:ext cx="95911" cy="63834"/>
            </a:xfrm>
            <a:custGeom>
              <a:avLst/>
              <a:gdLst>
                <a:gd name="csX0" fmla="*/ 95911 w 95911"/>
                <a:gd name="csY0" fmla="*/ 21314 h 63834"/>
                <a:gd name="csX1" fmla="*/ 95911 w 95911"/>
                <a:gd name="csY1" fmla="*/ 63834 h 63834"/>
                <a:gd name="csX2" fmla="*/ 74598 w 95911"/>
                <a:gd name="csY2" fmla="*/ 54243 h 63834"/>
                <a:gd name="csX3" fmla="*/ 74598 w 95911"/>
                <a:gd name="csY3" fmla="*/ 21314 h 63834"/>
                <a:gd name="csX4" fmla="*/ 21314 w 95911"/>
                <a:gd name="csY4" fmla="*/ 21314 h 63834"/>
                <a:gd name="csX5" fmla="*/ 21314 w 95911"/>
                <a:gd name="csY5" fmla="*/ 54243 h 63834"/>
                <a:gd name="csX6" fmla="*/ 0 w 95911"/>
                <a:gd name="csY6" fmla="*/ 63834 h 63834"/>
                <a:gd name="csX7" fmla="*/ 0 w 95911"/>
                <a:gd name="csY7" fmla="*/ 21314 h 63834"/>
                <a:gd name="csX8" fmla="*/ 21314 w 95911"/>
                <a:gd name="csY8" fmla="*/ 0 h 63834"/>
                <a:gd name="csX9" fmla="*/ 74598 w 95911"/>
                <a:gd name="csY9" fmla="*/ 0 h 63834"/>
                <a:gd name="csX10" fmla="*/ 95911 w 95911"/>
                <a:gd name="csY10" fmla="*/ 21314 h 63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5911" h="63834">
                  <a:moveTo>
                    <a:pt x="95911" y="21314"/>
                  </a:moveTo>
                  <a:lnTo>
                    <a:pt x="95911" y="63834"/>
                  </a:lnTo>
                  <a:cubicBezTo>
                    <a:pt x="89304" y="59785"/>
                    <a:pt x="82164" y="56534"/>
                    <a:pt x="74598" y="54243"/>
                  </a:cubicBezTo>
                  <a:lnTo>
                    <a:pt x="74598" y="21314"/>
                  </a:lnTo>
                  <a:lnTo>
                    <a:pt x="21314" y="21314"/>
                  </a:lnTo>
                  <a:lnTo>
                    <a:pt x="21314" y="54243"/>
                  </a:lnTo>
                  <a:cubicBezTo>
                    <a:pt x="13748" y="56534"/>
                    <a:pt x="6608" y="59785"/>
                    <a:pt x="0" y="63834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74598" y="0"/>
                  </a:lnTo>
                  <a:lnTo>
                    <a:pt x="95911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3BBDA500-D436-557F-19AB-85EFE205EA48}"/>
                </a:ext>
              </a:extLst>
            </p:cNvPr>
            <p:cNvSpPr/>
            <p:nvPr/>
          </p:nvSpPr>
          <p:spPr>
            <a:xfrm>
              <a:off x="6850938" y="2417447"/>
              <a:ext cx="95911" cy="63834"/>
            </a:xfrm>
            <a:custGeom>
              <a:avLst/>
              <a:gdLst>
                <a:gd name="csX0" fmla="*/ 95911 w 95911"/>
                <a:gd name="csY0" fmla="*/ 42521 h 63834"/>
                <a:gd name="csX1" fmla="*/ 95911 w 95911"/>
                <a:gd name="csY1" fmla="*/ 0 h 63834"/>
                <a:gd name="csX2" fmla="*/ 74598 w 95911"/>
                <a:gd name="csY2" fmla="*/ 9538 h 63834"/>
                <a:gd name="csX3" fmla="*/ 74598 w 95911"/>
                <a:gd name="csY3" fmla="*/ 42467 h 63834"/>
                <a:gd name="csX4" fmla="*/ 21314 w 95911"/>
                <a:gd name="csY4" fmla="*/ 42467 h 63834"/>
                <a:gd name="csX5" fmla="*/ 21314 w 95911"/>
                <a:gd name="csY5" fmla="*/ 9538 h 63834"/>
                <a:gd name="csX6" fmla="*/ 0 w 95911"/>
                <a:gd name="csY6" fmla="*/ 0 h 63834"/>
                <a:gd name="csX7" fmla="*/ 0 w 95911"/>
                <a:gd name="csY7" fmla="*/ 42521 h 63834"/>
                <a:gd name="csX8" fmla="*/ 21314 w 95911"/>
                <a:gd name="csY8" fmla="*/ 63834 h 63834"/>
                <a:gd name="csX9" fmla="*/ 74598 w 95911"/>
                <a:gd name="csY9" fmla="*/ 63834 h 63834"/>
                <a:gd name="csX10" fmla="*/ 95911 w 95911"/>
                <a:gd name="csY10" fmla="*/ 42521 h 63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5911" h="63834">
                  <a:moveTo>
                    <a:pt x="95911" y="42521"/>
                  </a:moveTo>
                  <a:lnTo>
                    <a:pt x="95911" y="0"/>
                  </a:lnTo>
                  <a:cubicBezTo>
                    <a:pt x="89304" y="4050"/>
                    <a:pt x="82164" y="7300"/>
                    <a:pt x="74598" y="9538"/>
                  </a:cubicBezTo>
                  <a:lnTo>
                    <a:pt x="74598" y="42467"/>
                  </a:lnTo>
                  <a:lnTo>
                    <a:pt x="21314" y="42467"/>
                  </a:lnTo>
                  <a:lnTo>
                    <a:pt x="21314" y="9538"/>
                  </a:lnTo>
                  <a:cubicBezTo>
                    <a:pt x="13748" y="7247"/>
                    <a:pt x="6608" y="3996"/>
                    <a:pt x="0" y="0"/>
                  </a:cubicBezTo>
                  <a:lnTo>
                    <a:pt x="0" y="42521"/>
                  </a:lnTo>
                  <a:lnTo>
                    <a:pt x="21314" y="63834"/>
                  </a:lnTo>
                  <a:lnTo>
                    <a:pt x="74598" y="63834"/>
                  </a:lnTo>
                  <a:lnTo>
                    <a:pt x="95911" y="425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EF5FBB18-1EAE-5D87-CB25-6934EEDBF1C1}"/>
                </a:ext>
              </a:extLst>
            </p:cNvPr>
            <p:cNvSpPr/>
            <p:nvPr/>
          </p:nvSpPr>
          <p:spPr>
            <a:xfrm>
              <a:off x="6944239" y="2234576"/>
              <a:ext cx="92554" cy="104330"/>
            </a:xfrm>
            <a:custGeom>
              <a:avLst/>
              <a:gdLst>
                <a:gd name="csX0" fmla="*/ 84775 w 92554"/>
                <a:gd name="csY0" fmla="*/ 83070 h 104330"/>
                <a:gd name="csX1" fmla="*/ 47956 w 92554"/>
                <a:gd name="csY1" fmla="*/ 104330 h 104330"/>
                <a:gd name="csX2" fmla="*/ 45558 w 92554"/>
                <a:gd name="csY2" fmla="*/ 81098 h 104330"/>
                <a:gd name="csX3" fmla="*/ 74118 w 92554"/>
                <a:gd name="csY3" fmla="*/ 64634 h 104330"/>
                <a:gd name="csX4" fmla="*/ 47476 w 92554"/>
                <a:gd name="csY4" fmla="*/ 18490 h 104330"/>
                <a:gd name="csX5" fmla="*/ 18916 w 92554"/>
                <a:gd name="csY5" fmla="*/ 34954 h 104330"/>
                <a:gd name="csX6" fmla="*/ 0 w 92554"/>
                <a:gd name="csY6" fmla="*/ 21260 h 104330"/>
                <a:gd name="csX7" fmla="*/ 36820 w 92554"/>
                <a:gd name="csY7" fmla="*/ 0 h 104330"/>
                <a:gd name="csX8" fmla="*/ 65912 w 92554"/>
                <a:gd name="csY8" fmla="*/ 7780 h 104330"/>
                <a:gd name="csX9" fmla="*/ 92555 w 92554"/>
                <a:gd name="csY9" fmla="*/ 53924 h 104330"/>
                <a:gd name="csX10" fmla="*/ 84775 w 92554"/>
                <a:gd name="csY10" fmla="*/ 8301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4" h="104330">
                  <a:moveTo>
                    <a:pt x="84775" y="83070"/>
                  </a:moveTo>
                  <a:lnTo>
                    <a:pt x="47956" y="104330"/>
                  </a:lnTo>
                  <a:cubicBezTo>
                    <a:pt x="48116" y="96604"/>
                    <a:pt x="47370" y="88771"/>
                    <a:pt x="45558" y="81098"/>
                  </a:cubicBezTo>
                  <a:lnTo>
                    <a:pt x="74118" y="64634"/>
                  </a:lnTo>
                  <a:lnTo>
                    <a:pt x="47476" y="18490"/>
                  </a:lnTo>
                  <a:lnTo>
                    <a:pt x="18916" y="34954"/>
                  </a:lnTo>
                  <a:cubicBezTo>
                    <a:pt x="13162" y="29573"/>
                    <a:pt x="6767" y="24990"/>
                    <a:pt x="0" y="21260"/>
                  </a:cubicBezTo>
                  <a:lnTo>
                    <a:pt x="36820" y="0"/>
                  </a:lnTo>
                  <a:lnTo>
                    <a:pt x="65912" y="7780"/>
                  </a:lnTo>
                  <a:lnTo>
                    <a:pt x="92555" y="53924"/>
                  </a:lnTo>
                  <a:lnTo>
                    <a:pt x="84775" y="830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2837E3A3-5D4B-0FF0-EEA6-444C592B9884}"/>
                </a:ext>
              </a:extLst>
            </p:cNvPr>
            <p:cNvSpPr/>
            <p:nvPr/>
          </p:nvSpPr>
          <p:spPr>
            <a:xfrm>
              <a:off x="6760994" y="2335869"/>
              <a:ext cx="92555" cy="104330"/>
            </a:xfrm>
            <a:custGeom>
              <a:avLst/>
              <a:gdLst>
                <a:gd name="csX0" fmla="*/ 55736 w 92555"/>
                <a:gd name="csY0" fmla="*/ 104330 h 104330"/>
                <a:gd name="csX1" fmla="*/ 92555 w 92555"/>
                <a:gd name="csY1" fmla="*/ 83070 h 104330"/>
                <a:gd name="csX2" fmla="*/ 73639 w 92555"/>
                <a:gd name="csY2" fmla="*/ 69376 h 104330"/>
                <a:gd name="csX3" fmla="*/ 45079 w 92555"/>
                <a:gd name="csY3" fmla="*/ 85841 h 104330"/>
                <a:gd name="csX4" fmla="*/ 18437 w 92555"/>
                <a:gd name="csY4" fmla="*/ 39697 h 104330"/>
                <a:gd name="csX5" fmla="*/ 46997 w 92555"/>
                <a:gd name="csY5" fmla="*/ 23232 h 104330"/>
                <a:gd name="csX6" fmla="*/ 44599 w 92555"/>
                <a:gd name="csY6" fmla="*/ 0 h 104330"/>
                <a:gd name="csX7" fmla="*/ 7780 w 92555"/>
                <a:gd name="csY7" fmla="*/ 21260 h 104330"/>
                <a:gd name="csX8" fmla="*/ 0 w 92555"/>
                <a:gd name="csY8" fmla="*/ 50353 h 104330"/>
                <a:gd name="csX9" fmla="*/ 26642 w 92555"/>
                <a:gd name="csY9" fmla="*/ 96498 h 104330"/>
                <a:gd name="csX10" fmla="*/ 55736 w 92555"/>
                <a:gd name="csY10" fmla="*/ 10427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5" h="104330">
                  <a:moveTo>
                    <a:pt x="55736" y="104330"/>
                  </a:moveTo>
                  <a:lnTo>
                    <a:pt x="92555" y="83070"/>
                  </a:lnTo>
                  <a:cubicBezTo>
                    <a:pt x="85735" y="79393"/>
                    <a:pt x="79394" y="74811"/>
                    <a:pt x="73639" y="69376"/>
                  </a:cubicBezTo>
                  <a:lnTo>
                    <a:pt x="45079" y="85841"/>
                  </a:lnTo>
                  <a:lnTo>
                    <a:pt x="18437" y="39697"/>
                  </a:lnTo>
                  <a:lnTo>
                    <a:pt x="46997" y="23232"/>
                  </a:lnTo>
                  <a:cubicBezTo>
                    <a:pt x="45186" y="15559"/>
                    <a:pt x="44386" y="7726"/>
                    <a:pt x="44599" y="0"/>
                  </a:cubicBezTo>
                  <a:lnTo>
                    <a:pt x="7780" y="21260"/>
                  </a:lnTo>
                  <a:lnTo>
                    <a:pt x="0" y="50353"/>
                  </a:lnTo>
                  <a:lnTo>
                    <a:pt x="26642" y="96498"/>
                  </a:lnTo>
                  <a:lnTo>
                    <a:pt x="55736" y="10427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88BEAA9E-3B83-B7D4-33F6-41812A6E9943}"/>
                </a:ext>
              </a:extLst>
            </p:cNvPr>
            <p:cNvSpPr/>
            <p:nvPr/>
          </p:nvSpPr>
          <p:spPr>
            <a:xfrm>
              <a:off x="6944239" y="2335869"/>
              <a:ext cx="92554" cy="104330"/>
            </a:xfrm>
            <a:custGeom>
              <a:avLst/>
              <a:gdLst>
                <a:gd name="csX0" fmla="*/ 36820 w 92554"/>
                <a:gd name="csY0" fmla="*/ 104330 h 104330"/>
                <a:gd name="csX1" fmla="*/ 0 w 92554"/>
                <a:gd name="csY1" fmla="*/ 83070 h 104330"/>
                <a:gd name="csX2" fmla="*/ 18916 w 92554"/>
                <a:gd name="csY2" fmla="*/ 69376 h 104330"/>
                <a:gd name="csX3" fmla="*/ 47476 w 92554"/>
                <a:gd name="csY3" fmla="*/ 85841 h 104330"/>
                <a:gd name="csX4" fmla="*/ 74118 w 92554"/>
                <a:gd name="csY4" fmla="*/ 39697 h 104330"/>
                <a:gd name="csX5" fmla="*/ 45558 w 92554"/>
                <a:gd name="csY5" fmla="*/ 23232 h 104330"/>
                <a:gd name="csX6" fmla="*/ 47956 w 92554"/>
                <a:gd name="csY6" fmla="*/ 0 h 104330"/>
                <a:gd name="csX7" fmla="*/ 84775 w 92554"/>
                <a:gd name="csY7" fmla="*/ 21260 h 104330"/>
                <a:gd name="csX8" fmla="*/ 92555 w 92554"/>
                <a:gd name="csY8" fmla="*/ 50353 h 104330"/>
                <a:gd name="csX9" fmla="*/ 65912 w 92554"/>
                <a:gd name="csY9" fmla="*/ 96498 h 104330"/>
                <a:gd name="csX10" fmla="*/ 36820 w 92554"/>
                <a:gd name="csY10" fmla="*/ 10427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4" h="104330">
                  <a:moveTo>
                    <a:pt x="36820" y="104330"/>
                  </a:moveTo>
                  <a:lnTo>
                    <a:pt x="0" y="83070"/>
                  </a:lnTo>
                  <a:cubicBezTo>
                    <a:pt x="6767" y="79393"/>
                    <a:pt x="13162" y="74811"/>
                    <a:pt x="18916" y="69376"/>
                  </a:cubicBezTo>
                  <a:lnTo>
                    <a:pt x="47476" y="85841"/>
                  </a:lnTo>
                  <a:lnTo>
                    <a:pt x="74118" y="39697"/>
                  </a:lnTo>
                  <a:lnTo>
                    <a:pt x="45558" y="23232"/>
                  </a:lnTo>
                  <a:cubicBezTo>
                    <a:pt x="47370" y="15559"/>
                    <a:pt x="48116" y="7726"/>
                    <a:pt x="47956" y="0"/>
                  </a:cubicBezTo>
                  <a:lnTo>
                    <a:pt x="84775" y="21260"/>
                  </a:lnTo>
                  <a:lnTo>
                    <a:pt x="92555" y="50353"/>
                  </a:lnTo>
                  <a:lnTo>
                    <a:pt x="65912" y="96498"/>
                  </a:lnTo>
                  <a:lnTo>
                    <a:pt x="36820" y="10427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94BE7179-C093-B881-4DE4-A1956E68ED74}"/>
                </a:ext>
              </a:extLst>
            </p:cNvPr>
            <p:cNvSpPr/>
            <p:nvPr/>
          </p:nvSpPr>
          <p:spPr>
            <a:xfrm>
              <a:off x="6760994" y="2234576"/>
              <a:ext cx="92555" cy="104330"/>
            </a:xfrm>
            <a:custGeom>
              <a:avLst/>
              <a:gdLst>
                <a:gd name="csX0" fmla="*/ 7780 w 92555"/>
                <a:gd name="csY0" fmla="*/ 83070 h 104330"/>
                <a:gd name="csX1" fmla="*/ 44599 w 92555"/>
                <a:gd name="csY1" fmla="*/ 104330 h 104330"/>
                <a:gd name="csX2" fmla="*/ 46997 w 92555"/>
                <a:gd name="csY2" fmla="*/ 81098 h 104330"/>
                <a:gd name="csX3" fmla="*/ 18437 w 92555"/>
                <a:gd name="csY3" fmla="*/ 64634 h 104330"/>
                <a:gd name="csX4" fmla="*/ 45079 w 92555"/>
                <a:gd name="csY4" fmla="*/ 18490 h 104330"/>
                <a:gd name="csX5" fmla="*/ 73639 w 92555"/>
                <a:gd name="csY5" fmla="*/ 34954 h 104330"/>
                <a:gd name="csX6" fmla="*/ 92555 w 92555"/>
                <a:gd name="csY6" fmla="*/ 21260 h 104330"/>
                <a:gd name="csX7" fmla="*/ 55736 w 92555"/>
                <a:gd name="csY7" fmla="*/ 0 h 104330"/>
                <a:gd name="csX8" fmla="*/ 26642 w 92555"/>
                <a:gd name="csY8" fmla="*/ 7780 h 104330"/>
                <a:gd name="csX9" fmla="*/ 0 w 92555"/>
                <a:gd name="csY9" fmla="*/ 53924 h 104330"/>
                <a:gd name="csX10" fmla="*/ 7780 w 92555"/>
                <a:gd name="csY10" fmla="*/ 8301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5" h="104330">
                  <a:moveTo>
                    <a:pt x="7780" y="83070"/>
                  </a:moveTo>
                  <a:lnTo>
                    <a:pt x="44599" y="104330"/>
                  </a:lnTo>
                  <a:cubicBezTo>
                    <a:pt x="44386" y="96604"/>
                    <a:pt x="45186" y="88771"/>
                    <a:pt x="46997" y="81098"/>
                  </a:cubicBezTo>
                  <a:lnTo>
                    <a:pt x="18437" y="64634"/>
                  </a:lnTo>
                  <a:lnTo>
                    <a:pt x="45079" y="18490"/>
                  </a:lnTo>
                  <a:lnTo>
                    <a:pt x="73639" y="34954"/>
                  </a:lnTo>
                  <a:cubicBezTo>
                    <a:pt x="79394" y="29573"/>
                    <a:pt x="85735" y="24990"/>
                    <a:pt x="92555" y="21260"/>
                  </a:cubicBezTo>
                  <a:lnTo>
                    <a:pt x="55736" y="0"/>
                  </a:lnTo>
                  <a:lnTo>
                    <a:pt x="26642" y="7780"/>
                  </a:lnTo>
                  <a:lnTo>
                    <a:pt x="0" y="53924"/>
                  </a:lnTo>
                  <a:lnTo>
                    <a:pt x="7780" y="830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90C57342-7619-972E-BB09-4007FE12D5F6}"/>
                </a:ext>
              </a:extLst>
            </p:cNvPr>
            <p:cNvSpPr/>
            <p:nvPr/>
          </p:nvSpPr>
          <p:spPr>
            <a:xfrm>
              <a:off x="6861595" y="2300116"/>
              <a:ext cx="74597" cy="74597"/>
            </a:xfrm>
            <a:custGeom>
              <a:avLst/>
              <a:gdLst>
                <a:gd name="csX0" fmla="*/ 53284 w 74597"/>
                <a:gd name="csY0" fmla="*/ 37299 h 74597"/>
                <a:gd name="csX1" fmla="*/ 37299 w 74597"/>
                <a:gd name="csY1" fmla="*/ 21314 h 74597"/>
                <a:gd name="csX2" fmla="*/ 21314 w 74597"/>
                <a:gd name="csY2" fmla="*/ 37299 h 74597"/>
                <a:gd name="csX3" fmla="*/ 37299 w 74597"/>
                <a:gd name="csY3" fmla="*/ 53284 h 74597"/>
                <a:gd name="csX4" fmla="*/ 53284 w 74597"/>
                <a:gd name="csY4" fmla="*/ 37299 h 74597"/>
                <a:gd name="csX5" fmla="*/ 74598 w 74597"/>
                <a:gd name="csY5" fmla="*/ 37299 h 74597"/>
                <a:gd name="csX6" fmla="*/ 37299 w 74597"/>
                <a:gd name="csY6" fmla="*/ 74598 h 74597"/>
                <a:gd name="csX7" fmla="*/ 0 w 74597"/>
                <a:gd name="csY7" fmla="*/ 37299 h 74597"/>
                <a:gd name="csX8" fmla="*/ 37299 w 74597"/>
                <a:gd name="csY8" fmla="*/ 0 h 74597"/>
                <a:gd name="csX9" fmla="*/ 74598 w 74597"/>
                <a:gd name="csY9" fmla="*/ 37299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4597" h="74597">
                  <a:moveTo>
                    <a:pt x="53284" y="37299"/>
                  </a:moveTo>
                  <a:cubicBezTo>
                    <a:pt x="53284" y="28454"/>
                    <a:pt x="46144" y="21314"/>
                    <a:pt x="37299" y="21314"/>
                  </a:cubicBezTo>
                  <a:cubicBezTo>
                    <a:pt x="28454" y="21314"/>
                    <a:pt x="21314" y="28454"/>
                    <a:pt x="21314" y="37299"/>
                  </a:cubicBezTo>
                  <a:cubicBezTo>
                    <a:pt x="21314" y="46144"/>
                    <a:pt x="28454" y="53284"/>
                    <a:pt x="37299" y="53284"/>
                  </a:cubicBezTo>
                  <a:cubicBezTo>
                    <a:pt x="46144" y="53284"/>
                    <a:pt x="53284" y="46144"/>
                    <a:pt x="53284" y="37299"/>
                  </a:cubicBezTo>
                  <a:close/>
                  <a:moveTo>
                    <a:pt x="74598" y="37299"/>
                  </a:moveTo>
                  <a:cubicBezTo>
                    <a:pt x="74598" y="57920"/>
                    <a:pt x="57920" y="74598"/>
                    <a:pt x="37299" y="74598"/>
                  </a:cubicBezTo>
                  <a:cubicBezTo>
                    <a:pt x="16678" y="74598"/>
                    <a:pt x="0" y="57920"/>
                    <a:pt x="0" y="37299"/>
                  </a:cubicBezTo>
                  <a:cubicBezTo>
                    <a:pt x="0" y="16678"/>
                    <a:pt x="16678" y="0"/>
                    <a:pt x="37299" y="0"/>
                  </a:cubicBezTo>
                  <a:cubicBezTo>
                    <a:pt x="57920" y="0"/>
                    <a:pt x="74598" y="16678"/>
                    <a:pt x="74598" y="372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C45C756A-5ADC-67C1-6025-A1EF5068E5FB}"/>
              </a:ext>
            </a:extLst>
          </p:cNvPr>
          <p:cNvGrpSpPr/>
          <p:nvPr userDrawn="1"/>
        </p:nvGrpSpPr>
        <p:grpSpPr>
          <a:xfrm>
            <a:off x="8819108" y="1888116"/>
            <a:ext cx="269314" cy="288906"/>
            <a:chOff x="7792683" y="2192375"/>
            <a:chExt cx="269244" cy="288906"/>
          </a:xfrm>
        </p:grpSpPr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C1B7E5D2-4BEF-7D0E-25E1-F4D5E51467A8}"/>
                </a:ext>
              </a:extLst>
            </p:cNvPr>
            <p:cNvSpPr/>
            <p:nvPr/>
          </p:nvSpPr>
          <p:spPr>
            <a:xfrm>
              <a:off x="7792683" y="2192375"/>
              <a:ext cx="269244" cy="86426"/>
            </a:xfrm>
            <a:custGeom>
              <a:avLst/>
              <a:gdLst>
                <a:gd name="csX0" fmla="*/ 269244 w 269244"/>
                <a:gd name="csY0" fmla="*/ 44865 h 86426"/>
                <a:gd name="csX1" fmla="*/ 262477 w 269244"/>
                <a:gd name="csY1" fmla="*/ 86427 h 86426"/>
                <a:gd name="csX2" fmla="*/ 6713 w 269244"/>
                <a:gd name="csY2" fmla="*/ 86427 h 86426"/>
                <a:gd name="csX3" fmla="*/ 0 w 269244"/>
                <a:gd name="csY3" fmla="*/ 44865 h 86426"/>
                <a:gd name="csX4" fmla="*/ 134595 w 269244"/>
                <a:gd name="csY4" fmla="*/ 0 h 86426"/>
                <a:gd name="csX5" fmla="*/ 269244 w 269244"/>
                <a:gd name="csY5" fmla="*/ 44865 h 86426"/>
                <a:gd name="csX6" fmla="*/ 6713 w 269244"/>
                <a:gd name="csY6" fmla="*/ 65113 h 86426"/>
                <a:gd name="csX7" fmla="*/ 262477 w 269244"/>
                <a:gd name="csY7" fmla="*/ 65113 h 86426"/>
                <a:gd name="csX8" fmla="*/ 134595 w 269244"/>
                <a:gd name="csY8" fmla="*/ 22486 h 86426"/>
                <a:gd name="csX9" fmla="*/ 6713 w 269244"/>
                <a:gd name="csY9" fmla="*/ 65113 h 86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69244" h="86426">
                  <a:moveTo>
                    <a:pt x="269244" y="44865"/>
                  </a:moveTo>
                  <a:lnTo>
                    <a:pt x="262477" y="86427"/>
                  </a:lnTo>
                  <a:lnTo>
                    <a:pt x="6713" y="86427"/>
                  </a:lnTo>
                  <a:lnTo>
                    <a:pt x="0" y="44865"/>
                  </a:lnTo>
                  <a:lnTo>
                    <a:pt x="134595" y="0"/>
                  </a:lnTo>
                  <a:lnTo>
                    <a:pt x="269244" y="44865"/>
                  </a:lnTo>
                  <a:close/>
                  <a:moveTo>
                    <a:pt x="6713" y="65113"/>
                  </a:moveTo>
                  <a:lnTo>
                    <a:pt x="262477" y="65113"/>
                  </a:lnTo>
                  <a:lnTo>
                    <a:pt x="134595" y="22486"/>
                  </a:lnTo>
                  <a:lnTo>
                    <a:pt x="6713" y="6511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5E827501-AF0A-2577-1E21-B0E5B7D08DA3}"/>
                </a:ext>
              </a:extLst>
            </p:cNvPr>
            <p:cNvSpPr/>
            <p:nvPr/>
          </p:nvSpPr>
          <p:spPr>
            <a:xfrm>
              <a:off x="7820710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50BDCCB8-0FD8-6360-42EB-132C990EE119}"/>
                </a:ext>
              </a:extLst>
            </p:cNvPr>
            <p:cNvSpPr/>
            <p:nvPr/>
          </p:nvSpPr>
          <p:spPr>
            <a:xfrm>
              <a:off x="7799396" y="2459968"/>
              <a:ext cx="255763" cy="21313"/>
            </a:xfrm>
            <a:custGeom>
              <a:avLst/>
              <a:gdLst>
                <a:gd name="csX0" fmla="*/ 0 w 255763"/>
                <a:gd name="csY0" fmla="*/ 21314 h 21313"/>
                <a:gd name="csX1" fmla="*/ 0 w 255763"/>
                <a:gd name="csY1" fmla="*/ 0 h 21313"/>
                <a:gd name="csX2" fmla="*/ 255764 w 255763"/>
                <a:gd name="csY2" fmla="*/ 0 h 21313"/>
                <a:gd name="csX3" fmla="*/ 255764 w 255763"/>
                <a:gd name="csY3" fmla="*/ 21314 h 21313"/>
                <a:gd name="csX4" fmla="*/ 0 w 255763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5763" h="21313">
                  <a:moveTo>
                    <a:pt x="0" y="21314"/>
                  </a:moveTo>
                  <a:lnTo>
                    <a:pt x="0" y="0"/>
                  </a:lnTo>
                  <a:lnTo>
                    <a:pt x="255764" y="0"/>
                  </a:lnTo>
                  <a:lnTo>
                    <a:pt x="25576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A3A70CF0-438B-D9C0-1240-21771863BF12}"/>
                </a:ext>
              </a:extLst>
            </p:cNvPr>
            <p:cNvSpPr/>
            <p:nvPr/>
          </p:nvSpPr>
          <p:spPr>
            <a:xfrm>
              <a:off x="7884651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FD705708-DD69-1633-4379-8BAA77D12448}"/>
                </a:ext>
              </a:extLst>
            </p:cNvPr>
            <p:cNvSpPr/>
            <p:nvPr/>
          </p:nvSpPr>
          <p:spPr>
            <a:xfrm>
              <a:off x="7948592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F1B679C4-4039-4761-8F6E-B270F7BAADDA}"/>
                </a:ext>
              </a:extLst>
            </p:cNvPr>
            <p:cNvSpPr/>
            <p:nvPr/>
          </p:nvSpPr>
          <p:spPr>
            <a:xfrm>
              <a:off x="8012533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80E521D9-A8E4-6E10-41BF-4185A2F8BA65}"/>
                </a:ext>
              </a:extLst>
            </p:cNvPr>
            <p:cNvSpPr/>
            <p:nvPr/>
          </p:nvSpPr>
          <p:spPr>
            <a:xfrm>
              <a:off x="7796732" y="2214861"/>
              <a:ext cx="130546" cy="55948"/>
            </a:xfrm>
            <a:custGeom>
              <a:avLst/>
              <a:gdLst>
                <a:gd name="csX0" fmla="*/ 2664 w 130546"/>
                <a:gd name="csY0" fmla="*/ 55948 h 55948"/>
                <a:gd name="csX1" fmla="*/ 55948 w 130546"/>
                <a:gd name="csY1" fmla="*/ 42627 h 55948"/>
                <a:gd name="csX2" fmla="*/ 13321 w 130546"/>
                <a:gd name="csY2" fmla="*/ 42627 h 55948"/>
                <a:gd name="csX3" fmla="*/ 130546 w 130546"/>
                <a:gd name="csY3" fmla="*/ 0 h 55948"/>
                <a:gd name="csX4" fmla="*/ 0 w 130546"/>
                <a:gd name="csY4" fmla="*/ 31970 h 55948"/>
                <a:gd name="csX5" fmla="*/ 2664 w 130546"/>
                <a:gd name="csY5" fmla="*/ 55948 h 55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546" h="55948">
                  <a:moveTo>
                    <a:pt x="2664" y="55948"/>
                  </a:moveTo>
                  <a:lnTo>
                    <a:pt x="55948" y="42627"/>
                  </a:lnTo>
                  <a:lnTo>
                    <a:pt x="13321" y="42627"/>
                  </a:lnTo>
                  <a:lnTo>
                    <a:pt x="130546" y="0"/>
                  </a:lnTo>
                  <a:lnTo>
                    <a:pt x="0" y="31970"/>
                  </a:lnTo>
                  <a:lnTo>
                    <a:pt x="2664" y="5594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61333921-DF03-F25E-099E-460305736E4B}"/>
                </a:ext>
              </a:extLst>
            </p:cNvPr>
            <p:cNvSpPr/>
            <p:nvPr/>
          </p:nvSpPr>
          <p:spPr>
            <a:xfrm>
              <a:off x="7927278" y="2214861"/>
              <a:ext cx="130546" cy="55948"/>
            </a:xfrm>
            <a:custGeom>
              <a:avLst/>
              <a:gdLst>
                <a:gd name="csX0" fmla="*/ 127882 w 130546"/>
                <a:gd name="csY0" fmla="*/ 55948 h 55948"/>
                <a:gd name="csX1" fmla="*/ 74598 w 130546"/>
                <a:gd name="csY1" fmla="*/ 42627 h 55948"/>
                <a:gd name="csX2" fmla="*/ 117225 w 130546"/>
                <a:gd name="csY2" fmla="*/ 42627 h 55948"/>
                <a:gd name="csX3" fmla="*/ 0 w 130546"/>
                <a:gd name="csY3" fmla="*/ 0 h 55948"/>
                <a:gd name="csX4" fmla="*/ 130546 w 130546"/>
                <a:gd name="csY4" fmla="*/ 31970 h 55948"/>
                <a:gd name="csX5" fmla="*/ 127882 w 130546"/>
                <a:gd name="csY5" fmla="*/ 55948 h 55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546" h="55948">
                  <a:moveTo>
                    <a:pt x="127882" y="55948"/>
                  </a:moveTo>
                  <a:lnTo>
                    <a:pt x="74598" y="42627"/>
                  </a:lnTo>
                  <a:lnTo>
                    <a:pt x="117225" y="42627"/>
                  </a:lnTo>
                  <a:lnTo>
                    <a:pt x="0" y="0"/>
                  </a:lnTo>
                  <a:lnTo>
                    <a:pt x="130546" y="31970"/>
                  </a:lnTo>
                  <a:lnTo>
                    <a:pt x="127882" y="5594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D5A8493-7771-CDEB-A5EA-DD79E875D84B}"/>
              </a:ext>
            </a:extLst>
          </p:cNvPr>
          <p:cNvGrpSpPr/>
          <p:nvPr userDrawn="1"/>
        </p:nvGrpSpPr>
        <p:grpSpPr>
          <a:xfrm>
            <a:off x="9966534" y="1889289"/>
            <a:ext cx="287809" cy="287735"/>
            <a:chOff x="8811795" y="2193547"/>
            <a:chExt cx="287734" cy="287735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80BFF42B-D334-96EA-B487-33EF7C61B1D7}"/>
                </a:ext>
              </a:extLst>
            </p:cNvPr>
            <p:cNvSpPr/>
            <p:nvPr/>
          </p:nvSpPr>
          <p:spPr>
            <a:xfrm>
              <a:off x="8811795" y="2300116"/>
              <a:ext cx="287734" cy="181166"/>
            </a:xfrm>
            <a:custGeom>
              <a:avLst/>
              <a:gdLst>
                <a:gd name="csX0" fmla="*/ 266421 w 287734"/>
                <a:gd name="csY0" fmla="*/ 21314 h 181166"/>
                <a:gd name="csX1" fmla="*/ 21314 w 287734"/>
                <a:gd name="csY1" fmla="*/ 21314 h 181166"/>
                <a:gd name="csX2" fmla="*/ 21314 w 287734"/>
                <a:gd name="csY2" fmla="*/ 159852 h 181166"/>
                <a:gd name="csX3" fmla="*/ 266421 w 287734"/>
                <a:gd name="csY3" fmla="*/ 159852 h 181166"/>
                <a:gd name="csX4" fmla="*/ 266421 w 287734"/>
                <a:gd name="csY4" fmla="*/ 21314 h 181166"/>
                <a:gd name="csX5" fmla="*/ 287734 w 287734"/>
                <a:gd name="csY5" fmla="*/ 159852 h 181166"/>
                <a:gd name="csX6" fmla="*/ 266421 w 287734"/>
                <a:gd name="csY6" fmla="*/ 181166 h 181166"/>
                <a:gd name="csX7" fmla="*/ 21314 w 287734"/>
                <a:gd name="csY7" fmla="*/ 181166 h 181166"/>
                <a:gd name="csX8" fmla="*/ 0 w 287734"/>
                <a:gd name="csY8" fmla="*/ 159852 h 181166"/>
                <a:gd name="csX9" fmla="*/ 0 w 287734"/>
                <a:gd name="csY9" fmla="*/ 0 h 181166"/>
                <a:gd name="csX10" fmla="*/ 287734 w 287734"/>
                <a:gd name="csY10" fmla="*/ 0 h 181166"/>
                <a:gd name="csX11" fmla="*/ 287734 w 287734"/>
                <a:gd name="csY11" fmla="*/ 159852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87734" h="181166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159852"/>
                  </a:lnTo>
                  <a:lnTo>
                    <a:pt x="266421" y="159852"/>
                  </a:lnTo>
                  <a:lnTo>
                    <a:pt x="266421" y="21314"/>
                  </a:lnTo>
                  <a:close/>
                  <a:moveTo>
                    <a:pt x="287734" y="159852"/>
                  </a:moveTo>
                  <a:lnTo>
                    <a:pt x="266421" y="181166"/>
                  </a:lnTo>
                  <a:lnTo>
                    <a:pt x="21314" y="181166"/>
                  </a:lnTo>
                  <a:lnTo>
                    <a:pt x="0" y="159852"/>
                  </a:lnTo>
                  <a:lnTo>
                    <a:pt x="0" y="0"/>
                  </a:lnTo>
                  <a:lnTo>
                    <a:pt x="287734" y="0"/>
                  </a:lnTo>
                  <a:lnTo>
                    <a:pt x="287734" y="1598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01C4002C-648F-3769-CCB1-1896E55C4201}"/>
                </a:ext>
              </a:extLst>
            </p:cNvPr>
            <p:cNvSpPr/>
            <p:nvPr/>
          </p:nvSpPr>
          <p:spPr>
            <a:xfrm>
              <a:off x="8849094" y="2193547"/>
              <a:ext cx="213136" cy="106568"/>
            </a:xfrm>
            <a:custGeom>
              <a:avLst/>
              <a:gdLst>
                <a:gd name="csX0" fmla="*/ 106568 w 213136"/>
                <a:gd name="csY0" fmla="*/ 0 h 106568"/>
                <a:gd name="csX1" fmla="*/ 0 w 213136"/>
                <a:gd name="csY1" fmla="*/ 106568 h 106568"/>
                <a:gd name="csX2" fmla="*/ 21314 w 213136"/>
                <a:gd name="csY2" fmla="*/ 106568 h 106568"/>
                <a:gd name="csX3" fmla="*/ 106568 w 213136"/>
                <a:gd name="csY3" fmla="*/ 21314 h 106568"/>
                <a:gd name="csX4" fmla="*/ 191823 w 213136"/>
                <a:gd name="csY4" fmla="*/ 106568 h 106568"/>
                <a:gd name="csX5" fmla="*/ 213137 w 213136"/>
                <a:gd name="csY5" fmla="*/ 106568 h 106568"/>
                <a:gd name="csX6" fmla="*/ 106568 w 213136"/>
                <a:gd name="csY6" fmla="*/ 0 h 10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3136" h="106568">
                  <a:moveTo>
                    <a:pt x="106568" y="0"/>
                  </a:moveTo>
                  <a:cubicBezTo>
                    <a:pt x="47743" y="0"/>
                    <a:pt x="0" y="47689"/>
                    <a:pt x="0" y="106568"/>
                  </a:cubicBezTo>
                  <a:lnTo>
                    <a:pt x="21314" y="106568"/>
                  </a:lnTo>
                  <a:cubicBezTo>
                    <a:pt x="21314" y="59465"/>
                    <a:pt x="59465" y="21314"/>
                    <a:pt x="106568" y="21314"/>
                  </a:cubicBezTo>
                  <a:cubicBezTo>
                    <a:pt x="153672" y="21314"/>
                    <a:pt x="191823" y="59465"/>
                    <a:pt x="191823" y="106568"/>
                  </a:cubicBezTo>
                  <a:lnTo>
                    <a:pt x="213137" y="106568"/>
                  </a:lnTo>
                  <a:cubicBezTo>
                    <a:pt x="213137" y="47689"/>
                    <a:pt x="165448" y="0"/>
                    <a:pt x="106568" y="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A6B9789F-7476-9A4D-9034-4C366D8864C0}"/>
              </a:ext>
            </a:extLst>
          </p:cNvPr>
          <p:cNvGrpSpPr/>
          <p:nvPr userDrawn="1"/>
        </p:nvGrpSpPr>
        <p:grpSpPr>
          <a:xfrm>
            <a:off x="11123236" y="1889288"/>
            <a:ext cx="287809" cy="287734"/>
            <a:chOff x="9840179" y="2193547"/>
            <a:chExt cx="287734" cy="287734"/>
          </a:xfrm>
        </p:grpSpPr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6933C6E3-7066-8C76-4F65-5AFAC65D0592}"/>
                </a:ext>
              </a:extLst>
            </p:cNvPr>
            <p:cNvSpPr/>
            <p:nvPr/>
          </p:nvSpPr>
          <p:spPr>
            <a:xfrm>
              <a:off x="9840179" y="2193547"/>
              <a:ext cx="159852" cy="287734"/>
            </a:xfrm>
            <a:custGeom>
              <a:avLst/>
              <a:gdLst>
                <a:gd name="csX0" fmla="*/ 21314 w 159852"/>
                <a:gd name="csY0" fmla="*/ 266421 h 287734"/>
                <a:gd name="csX1" fmla="*/ 138539 w 159852"/>
                <a:gd name="csY1" fmla="*/ 266421 h 287734"/>
                <a:gd name="csX2" fmla="*/ 138539 w 159852"/>
                <a:gd name="csY2" fmla="*/ 21314 h 287734"/>
                <a:gd name="csX3" fmla="*/ 21314 w 159852"/>
                <a:gd name="csY3" fmla="*/ 21314 h 287734"/>
                <a:gd name="csX4" fmla="*/ 21314 w 159852"/>
                <a:gd name="csY4" fmla="*/ 266421 h 287734"/>
                <a:gd name="csX5" fmla="*/ 0 w 159852"/>
                <a:gd name="csY5" fmla="*/ 21314 h 287734"/>
                <a:gd name="csX6" fmla="*/ 21314 w 159852"/>
                <a:gd name="csY6" fmla="*/ 0 h 287734"/>
                <a:gd name="csX7" fmla="*/ 138539 w 159852"/>
                <a:gd name="csY7" fmla="*/ 0 h 287734"/>
                <a:gd name="csX8" fmla="*/ 159852 w 159852"/>
                <a:gd name="csY8" fmla="*/ 21314 h 287734"/>
                <a:gd name="csX9" fmla="*/ 159852 w 159852"/>
                <a:gd name="csY9" fmla="*/ 287734 h 287734"/>
                <a:gd name="csX10" fmla="*/ 0 w 159852"/>
                <a:gd name="csY10" fmla="*/ 287734 h 287734"/>
                <a:gd name="csX11" fmla="*/ 0 w 159852"/>
                <a:gd name="csY11" fmla="*/ 2131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9852" h="287734">
                  <a:moveTo>
                    <a:pt x="21314" y="266421"/>
                  </a:moveTo>
                  <a:lnTo>
                    <a:pt x="138539" y="266421"/>
                  </a:lnTo>
                  <a:lnTo>
                    <a:pt x="138539" y="21314"/>
                  </a:lnTo>
                  <a:lnTo>
                    <a:pt x="21314" y="21314"/>
                  </a:lnTo>
                  <a:lnTo>
                    <a:pt x="21314" y="266421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287734"/>
                  </a:lnTo>
                  <a:lnTo>
                    <a:pt x="0" y="28773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7F5CD685-696B-306F-E30E-DF3D22E25CEB}"/>
                </a:ext>
              </a:extLst>
            </p:cNvPr>
            <p:cNvSpPr/>
            <p:nvPr/>
          </p:nvSpPr>
          <p:spPr>
            <a:xfrm>
              <a:off x="9978718" y="2305444"/>
              <a:ext cx="149195" cy="175837"/>
            </a:xfrm>
            <a:custGeom>
              <a:avLst/>
              <a:gdLst>
                <a:gd name="csX0" fmla="*/ 21314 w 149195"/>
                <a:gd name="csY0" fmla="*/ 154524 h 175837"/>
                <a:gd name="csX1" fmla="*/ 127882 w 149195"/>
                <a:gd name="csY1" fmla="*/ 154524 h 175837"/>
                <a:gd name="csX2" fmla="*/ 127882 w 149195"/>
                <a:gd name="csY2" fmla="*/ 21314 h 175837"/>
                <a:gd name="csX3" fmla="*/ 21314 w 149195"/>
                <a:gd name="csY3" fmla="*/ 21314 h 175837"/>
                <a:gd name="csX4" fmla="*/ 21314 w 149195"/>
                <a:gd name="csY4" fmla="*/ 154524 h 175837"/>
                <a:gd name="csX5" fmla="*/ 0 w 149195"/>
                <a:gd name="csY5" fmla="*/ 21314 h 175837"/>
                <a:gd name="csX6" fmla="*/ 21314 w 149195"/>
                <a:gd name="csY6" fmla="*/ 0 h 175837"/>
                <a:gd name="csX7" fmla="*/ 127882 w 149195"/>
                <a:gd name="csY7" fmla="*/ 0 h 175837"/>
                <a:gd name="csX8" fmla="*/ 149196 w 149195"/>
                <a:gd name="csY8" fmla="*/ 21314 h 175837"/>
                <a:gd name="csX9" fmla="*/ 149196 w 149195"/>
                <a:gd name="csY9" fmla="*/ 175838 h 175837"/>
                <a:gd name="csX10" fmla="*/ 0 w 149195"/>
                <a:gd name="csY10" fmla="*/ 175838 h 175837"/>
                <a:gd name="csX11" fmla="*/ 0 w 149195"/>
                <a:gd name="csY11" fmla="*/ 21314 h 175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9195" h="175837">
                  <a:moveTo>
                    <a:pt x="21314" y="154524"/>
                  </a:moveTo>
                  <a:lnTo>
                    <a:pt x="127882" y="154524"/>
                  </a:lnTo>
                  <a:lnTo>
                    <a:pt x="127882" y="21314"/>
                  </a:lnTo>
                  <a:lnTo>
                    <a:pt x="21314" y="21314"/>
                  </a:lnTo>
                  <a:lnTo>
                    <a:pt x="21314" y="154524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27882" y="0"/>
                  </a:lnTo>
                  <a:lnTo>
                    <a:pt x="149196" y="21314"/>
                  </a:lnTo>
                  <a:lnTo>
                    <a:pt x="149196" y="175838"/>
                  </a:lnTo>
                  <a:lnTo>
                    <a:pt x="0" y="175838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953DC759-B992-B304-30B5-5B0E84018F37}"/>
                </a:ext>
              </a:extLst>
            </p:cNvPr>
            <p:cNvSpPr/>
            <p:nvPr/>
          </p:nvSpPr>
          <p:spPr>
            <a:xfrm>
              <a:off x="9888135" y="2262817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287DE703-306D-4FDF-DBB2-C7844DB8D837}"/>
                </a:ext>
              </a:extLst>
            </p:cNvPr>
            <p:cNvSpPr/>
            <p:nvPr/>
          </p:nvSpPr>
          <p:spPr>
            <a:xfrm>
              <a:off x="9888135" y="2305444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4354E904-334E-17B6-F040-1B2F64359CDF}"/>
                </a:ext>
              </a:extLst>
            </p:cNvPr>
            <p:cNvSpPr/>
            <p:nvPr/>
          </p:nvSpPr>
          <p:spPr>
            <a:xfrm>
              <a:off x="9888135" y="2348071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50FBA530-6348-3610-4F30-7933B4DCC849}"/>
              </a:ext>
            </a:extLst>
          </p:cNvPr>
          <p:cNvGrpSpPr/>
          <p:nvPr userDrawn="1"/>
        </p:nvGrpSpPr>
        <p:grpSpPr>
          <a:xfrm>
            <a:off x="5350389" y="1889288"/>
            <a:ext cx="287809" cy="287734"/>
            <a:chOff x="4708916" y="2193547"/>
            <a:chExt cx="287734" cy="287734"/>
          </a:xfrm>
        </p:grpSpPr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24577007-D7C7-3314-61BB-D82DA4CD4003}"/>
                </a:ext>
              </a:extLst>
            </p:cNvPr>
            <p:cNvSpPr/>
            <p:nvPr/>
          </p:nvSpPr>
          <p:spPr>
            <a:xfrm>
              <a:off x="4708916" y="2193547"/>
              <a:ext cx="287734" cy="287734"/>
            </a:xfrm>
            <a:custGeom>
              <a:avLst/>
              <a:gdLst>
                <a:gd name="csX0" fmla="*/ 266421 w 287734"/>
                <a:gd name="csY0" fmla="*/ 106568 h 287734"/>
                <a:gd name="csX1" fmla="*/ 181166 w 287734"/>
                <a:gd name="csY1" fmla="*/ 21314 h 287734"/>
                <a:gd name="csX2" fmla="*/ 181166 w 287734"/>
                <a:gd name="csY2" fmla="*/ 0 h 287734"/>
                <a:gd name="csX3" fmla="*/ 287734 w 287734"/>
                <a:gd name="csY3" fmla="*/ 106568 h 287734"/>
                <a:gd name="csX4" fmla="*/ 287734 w 287734"/>
                <a:gd name="csY4" fmla="*/ 266421 h 287734"/>
                <a:gd name="csX5" fmla="*/ 266421 w 287734"/>
                <a:gd name="csY5" fmla="*/ 287734 h 287734"/>
                <a:gd name="csX6" fmla="*/ 106568 w 287734"/>
                <a:gd name="csY6" fmla="*/ 287734 h 287734"/>
                <a:gd name="csX7" fmla="*/ 0 w 287734"/>
                <a:gd name="csY7" fmla="*/ 181166 h 287734"/>
                <a:gd name="csX8" fmla="*/ 0 w 287734"/>
                <a:gd name="csY8" fmla="*/ 21314 h 287734"/>
                <a:gd name="csX9" fmla="*/ 21314 w 287734"/>
                <a:gd name="csY9" fmla="*/ 0 h 287734"/>
                <a:gd name="csX10" fmla="*/ 181166 w 287734"/>
                <a:gd name="csY10" fmla="*/ 0 h 287734"/>
                <a:gd name="csX11" fmla="*/ 181166 w 287734"/>
                <a:gd name="csY11" fmla="*/ 21314 h 287734"/>
                <a:gd name="csX12" fmla="*/ 21314 w 287734"/>
                <a:gd name="csY12" fmla="*/ 21314 h 287734"/>
                <a:gd name="csX13" fmla="*/ 21314 w 287734"/>
                <a:gd name="csY13" fmla="*/ 183351 h 287734"/>
                <a:gd name="csX14" fmla="*/ 104383 w 287734"/>
                <a:gd name="csY14" fmla="*/ 266367 h 287734"/>
                <a:gd name="csX15" fmla="*/ 106568 w 287734"/>
                <a:gd name="csY15" fmla="*/ 266367 h 287734"/>
                <a:gd name="csX16" fmla="*/ 266421 w 287734"/>
                <a:gd name="csY16" fmla="*/ 266367 h 287734"/>
                <a:gd name="csX17" fmla="*/ 266421 w 287734"/>
                <a:gd name="csY17" fmla="*/ 106515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06568"/>
                  </a:moveTo>
                  <a:cubicBezTo>
                    <a:pt x="266421" y="59465"/>
                    <a:pt x="228269" y="21314"/>
                    <a:pt x="181166" y="21314"/>
                  </a:cubicBezTo>
                  <a:lnTo>
                    <a:pt x="181166" y="0"/>
                  </a:lnTo>
                  <a:cubicBezTo>
                    <a:pt x="240045" y="0"/>
                    <a:pt x="287734" y="47689"/>
                    <a:pt x="287734" y="106568"/>
                  </a:cubicBezTo>
                  <a:lnTo>
                    <a:pt x="287734" y="266421"/>
                  </a:lnTo>
                  <a:lnTo>
                    <a:pt x="266421" y="287734"/>
                  </a:lnTo>
                  <a:lnTo>
                    <a:pt x="106568" y="287734"/>
                  </a:lnTo>
                  <a:cubicBezTo>
                    <a:pt x="47689" y="287734"/>
                    <a:pt x="0" y="240045"/>
                    <a:pt x="0" y="181166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181166" y="0"/>
                  </a:lnTo>
                  <a:lnTo>
                    <a:pt x="181166" y="21314"/>
                  </a:lnTo>
                  <a:lnTo>
                    <a:pt x="21314" y="21314"/>
                  </a:lnTo>
                  <a:lnTo>
                    <a:pt x="21314" y="183351"/>
                  </a:lnTo>
                  <a:cubicBezTo>
                    <a:pt x="22486" y="228696"/>
                    <a:pt x="59039" y="265248"/>
                    <a:pt x="104383" y="266367"/>
                  </a:cubicBezTo>
                  <a:lnTo>
                    <a:pt x="106568" y="266367"/>
                  </a:lnTo>
                  <a:cubicBezTo>
                    <a:pt x="106568" y="266367"/>
                    <a:pt x="266421" y="266367"/>
                    <a:pt x="266421" y="266367"/>
                  </a:cubicBezTo>
                  <a:lnTo>
                    <a:pt x="266421" y="10651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09FA6488-410F-8B22-93C9-A7C9D288E231}"/>
                </a:ext>
              </a:extLst>
            </p:cNvPr>
            <p:cNvSpPr/>
            <p:nvPr/>
          </p:nvSpPr>
          <p:spPr>
            <a:xfrm>
              <a:off x="4804827" y="2289459"/>
              <a:ext cx="191822" cy="191822"/>
            </a:xfrm>
            <a:custGeom>
              <a:avLst/>
              <a:gdLst>
                <a:gd name="csX0" fmla="*/ 170509 w 191822"/>
                <a:gd name="csY0" fmla="*/ 63941 h 191822"/>
                <a:gd name="csX1" fmla="*/ 127882 w 191822"/>
                <a:gd name="csY1" fmla="*/ 21314 h 191822"/>
                <a:gd name="csX2" fmla="*/ 127882 w 191822"/>
                <a:gd name="csY2" fmla="*/ 0 h 191822"/>
                <a:gd name="csX3" fmla="*/ 191823 w 191822"/>
                <a:gd name="csY3" fmla="*/ 63941 h 191822"/>
                <a:gd name="csX4" fmla="*/ 191823 w 191822"/>
                <a:gd name="csY4" fmla="*/ 170509 h 191822"/>
                <a:gd name="csX5" fmla="*/ 170509 w 191822"/>
                <a:gd name="csY5" fmla="*/ 191823 h 191822"/>
                <a:gd name="csX6" fmla="*/ 63941 w 191822"/>
                <a:gd name="csY6" fmla="*/ 191823 h 191822"/>
                <a:gd name="csX7" fmla="*/ 0 w 191822"/>
                <a:gd name="csY7" fmla="*/ 127882 h 191822"/>
                <a:gd name="csX8" fmla="*/ 0 w 191822"/>
                <a:gd name="csY8" fmla="*/ 0 h 191822"/>
                <a:gd name="csX9" fmla="*/ 127882 w 191822"/>
                <a:gd name="csY9" fmla="*/ 0 h 191822"/>
                <a:gd name="csX10" fmla="*/ 127882 w 191822"/>
                <a:gd name="csY10" fmla="*/ 21314 h 191822"/>
                <a:gd name="csX11" fmla="*/ 21314 w 191822"/>
                <a:gd name="csY11" fmla="*/ 21314 h 191822"/>
                <a:gd name="csX12" fmla="*/ 21314 w 191822"/>
                <a:gd name="csY12" fmla="*/ 130067 h 191822"/>
                <a:gd name="csX13" fmla="*/ 61756 w 191822"/>
                <a:gd name="csY13" fmla="*/ 170456 h 191822"/>
                <a:gd name="csX14" fmla="*/ 63941 w 191822"/>
                <a:gd name="csY14" fmla="*/ 170456 h 191822"/>
                <a:gd name="csX15" fmla="*/ 170509 w 191822"/>
                <a:gd name="csY15" fmla="*/ 170509 h 191822"/>
                <a:gd name="csX16" fmla="*/ 170509 w 191822"/>
                <a:gd name="csY16" fmla="*/ 63941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91822" h="191822">
                  <a:moveTo>
                    <a:pt x="170509" y="63941"/>
                  </a:moveTo>
                  <a:cubicBezTo>
                    <a:pt x="170509" y="40389"/>
                    <a:pt x="151433" y="21314"/>
                    <a:pt x="127882" y="21314"/>
                  </a:cubicBezTo>
                  <a:lnTo>
                    <a:pt x="127882" y="0"/>
                  </a:lnTo>
                  <a:cubicBezTo>
                    <a:pt x="163209" y="0"/>
                    <a:pt x="191823" y="28614"/>
                    <a:pt x="191823" y="63941"/>
                  </a:cubicBezTo>
                  <a:lnTo>
                    <a:pt x="191823" y="170509"/>
                  </a:lnTo>
                  <a:lnTo>
                    <a:pt x="170509" y="191823"/>
                  </a:lnTo>
                  <a:lnTo>
                    <a:pt x="63941" y="191823"/>
                  </a:lnTo>
                  <a:cubicBezTo>
                    <a:pt x="28614" y="191823"/>
                    <a:pt x="0" y="163209"/>
                    <a:pt x="0" y="127882"/>
                  </a:cubicBezTo>
                  <a:lnTo>
                    <a:pt x="0" y="0"/>
                  </a:lnTo>
                  <a:lnTo>
                    <a:pt x="127882" y="0"/>
                  </a:lnTo>
                  <a:lnTo>
                    <a:pt x="127882" y="21314"/>
                  </a:lnTo>
                  <a:lnTo>
                    <a:pt x="21314" y="21314"/>
                  </a:lnTo>
                  <a:lnTo>
                    <a:pt x="21314" y="130067"/>
                  </a:lnTo>
                  <a:cubicBezTo>
                    <a:pt x="22486" y="151860"/>
                    <a:pt x="39963" y="169337"/>
                    <a:pt x="61756" y="170456"/>
                  </a:cubicBezTo>
                  <a:lnTo>
                    <a:pt x="63941" y="170456"/>
                  </a:lnTo>
                  <a:cubicBezTo>
                    <a:pt x="63941" y="170456"/>
                    <a:pt x="170509" y="170509"/>
                    <a:pt x="170509" y="170509"/>
                  </a:cubicBezTo>
                  <a:lnTo>
                    <a:pt x="170509" y="6394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08988A7A-D8F2-FC8A-E223-404EA48ACAAF}"/>
              </a:ext>
            </a:extLst>
          </p:cNvPr>
          <p:cNvGrpSpPr/>
          <p:nvPr userDrawn="1"/>
        </p:nvGrpSpPr>
        <p:grpSpPr>
          <a:xfrm>
            <a:off x="1853636" y="1889288"/>
            <a:ext cx="287809" cy="287734"/>
            <a:chOff x="1597121" y="2193547"/>
            <a:chExt cx="287734" cy="287734"/>
          </a:xfrm>
        </p:grpSpPr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00B5C97D-6BD6-ACF6-FF3E-FEEB05358832}"/>
                </a:ext>
              </a:extLst>
            </p:cNvPr>
            <p:cNvSpPr/>
            <p:nvPr/>
          </p:nvSpPr>
          <p:spPr>
            <a:xfrm>
              <a:off x="1597121" y="2193547"/>
              <a:ext cx="287734" cy="287734"/>
            </a:xfrm>
            <a:custGeom>
              <a:avLst/>
              <a:gdLst>
                <a:gd name="csX0" fmla="*/ 0 w 287734"/>
                <a:gd name="csY0" fmla="*/ 21314 h 287734"/>
                <a:gd name="csX1" fmla="*/ 0 w 287734"/>
                <a:gd name="csY1" fmla="*/ 266421 h 287734"/>
                <a:gd name="csX2" fmla="*/ 21314 w 287734"/>
                <a:gd name="csY2" fmla="*/ 287734 h 287734"/>
                <a:gd name="csX3" fmla="*/ 79926 w 287734"/>
                <a:gd name="csY3" fmla="*/ 287734 h 287734"/>
                <a:gd name="csX4" fmla="*/ 79926 w 287734"/>
                <a:gd name="csY4" fmla="*/ 266421 h 287734"/>
                <a:gd name="csX5" fmla="*/ 21314 w 287734"/>
                <a:gd name="csY5" fmla="*/ 266421 h 287734"/>
                <a:gd name="csX6" fmla="*/ 21314 w 287734"/>
                <a:gd name="csY6" fmla="*/ 21314 h 287734"/>
                <a:gd name="csX7" fmla="*/ 266421 w 287734"/>
                <a:gd name="csY7" fmla="*/ 21314 h 287734"/>
                <a:gd name="csX8" fmla="*/ 266421 w 287734"/>
                <a:gd name="csY8" fmla="*/ 79926 h 287734"/>
                <a:gd name="csX9" fmla="*/ 287734 w 287734"/>
                <a:gd name="csY9" fmla="*/ 79926 h 287734"/>
                <a:gd name="csX10" fmla="*/ 287734 w 287734"/>
                <a:gd name="csY10" fmla="*/ 21314 h 287734"/>
                <a:gd name="csX11" fmla="*/ 266421 w 287734"/>
                <a:gd name="csY11" fmla="*/ 0 h 287734"/>
                <a:gd name="csX12" fmla="*/ 21314 w 287734"/>
                <a:gd name="csY12" fmla="*/ 0 h 287734"/>
                <a:gd name="csX13" fmla="*/ 0 w 287734"/>
                <a:gd name="csY13" fmla="*/ 2131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0" y="21314"/>
                  </a:moveTo>
                  <a:lnTo>
                    <a:pt x="0" y="266421"/>
                  </a:lnTo>
                  <a:lnTo>
                    <a:pt x="21314" y="287734"/>
                  </a:lnTo>
                  <a:lnTo>
                    <a:pt x="79926" y="287734"/>
                  </a:lnTo>
                  <a:lnTo>
                    <a:pt x="79926" y="266421"/>
                  </a:lnTo>
                  <a:lnTo>
                    <a:pt x="21314" y="266421"/>
                  </a:lnTo>
                  <a:lnTo>
                    <a:pt x="21314" y="21314"/>
                  </a:lnTo>
                  <a:lnTo>
                    <a:pt x="266421" y="21314"/>
                  </a:lnTo>
                  <a:lnTo>
                    <a:pt x="266421" y="79926"/>
                  </a:lnTo>
                  <a:lnTo>
                    <a:pt x="287734" y="79926"/>
                  </a:lnTo>
                  <a:lnTo>
                    <a:pt x="287734" y="21314"/>
                  </a:lnTo>
                  <a:lnTo>
                    <a:pt x="266421" y="0"/>
                  </a:lnTo>
                  <a:lnTo>
                    <a:pt x="21314" y="0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D7D1BAEE-A9EB-6807-729F-4DEA25A88F87}"/>
                </a:ext>
              </a:extLst>
            </p:cNvPr>
            <p:cNvSpPr/>
            <p:nvPr/>
          </p:nvSpPr>
          <p:spPr>
            <a:xfrm>
              <a:off x="1709018" y="2305444"/>
              <a:ext cx="175837" cy="175837"/>
            </a:xfrm>
            <a:custGeom>
              <a:avLst/>
              <a:gdLst>
                <a:gd name="csX0" fmla="*/ 175838 w 175837"/>
                <a:gd name="csY0" fmla="*/ 0 h 175837"/>
                <a:gd name="csX1" fmla="*/ 0 w 175837"/>
                <a:gd name="csY1" fmla="*/ 175838 h 175837"/>
                <a:gd name="csX2" fmla="*/ 21314 w 175837"/>
                <a:gd name="csY2" fmla="*/ 175838 h 175837"/>
                <a:gd name="csX3" fmla="*/ 175838 w 175837"/>
                <a:gd name="csY3" fmla="*/ 21314 h 175837"/>
                <a:gd name="csX4" fmla="*/ 175838 w 175837"/>
                <a:gd name="csY4" fmla="*/ 0 h 175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5837" h="175837">
                  <a:moveTo>
                    <a:pt x="175838" y="0"/>
                  </a:moveTo>
                  <a:cubicBezTo>
                    <a:pt x="78701" y="0"/>
                    <a:pt x="0" y="78701"/>
                    <a:pt x="0" y="175838"/>
                  </a:cubicBezTo>
                  <a:lnTo>
                    <a:pt x="21314" y="175838"/>
                  </a:lnTo>
                  <a:cubicBezTo>
                    <a:pt x="21314" y="90476"/>
                    <a:pt x="90476" y="21314"/>
                    <a:pt x="175838" y="21314"/>
                  </a:cubicBezTo>
                  <a:lnTo>
                    <a:pt x="175838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61F8FC6C-636C-F0BD-4B75-65263DAF25D5}"/>
                </a:ext>
              </a:extLst>
            </p:cNvPr>
            <p:cNvSpPr/>
            <p:nvPr/>
          </p:nvSpPr>
          <p:spPr>
            <a:xfrm>
              <a:off x="1762302" y="2358728"/>
              <a:ext cx="122553" cy="122553"/>
            </a:xfrm>
            <a:custGeom>
              <a:avLst/>
              <a:gdLst>
                <a:gd name="csX0" fmla="*/ 122554 w 122553"/>
                <a:gd name="csY0" fmla="*/ 0 h 122553"/>
                <a:gd name="csX1" fmla="*/ 0 w 122553"/>
                <a:gd name="csY1" fmla="*/ 122554 h 122553"/>
                <a:gd name="csX2" fmla="*/ 21314 w 122553"/>
                <a:gd name="csY2" fmla="*/ 122554 h 122553"/>
                <a:gd name="csX3" fmla="*/ 122554 w 122553"/>
                <a:gd name="csY3" fmla="*/ 21314 h 122553"/>
                <a:gd name="csX4" fmla="*/ 122554 w 122553"/>
                <a:gd name="csY4" fmla="*/ 0 h 122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53" h="122553">
                  <a:moveTo>
                    <a:pt x="122554" y="0"/>
                  </a:moveTo>
                  <a:cubicBezTo>
                    <a:pt x="54883" y="0"/>
                    <a:pt x="0" y="54883"/>
                    <a:pt x="0" y="122554"/>
                  </a:cubicBezTo>
                  <a:lnTo>
                    <a:pt x="21314" y="122554"/>
                  </a:lnTo>
                  <a:cubicBezTo>
                    <a:pt x="21314" y="66658"/>
                    <a:pt x="66658" y="21314"/>
                    <a:pt x="122554" y="21314"/>
                  </a:cubicBezTo>
                  <a:lnTo>
                    <a:pt x="12255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FECB6E16-CE7E-69B1-90DD-15988E437B4F}"/>
                </a:ext>
              </a:extLst>
            </p:cNvPr>
            <p:cNvSpPr/>
            <p:nvPr/>
          </p:nvSpPr>
          <p:spPr>
            <a:xfrm>
              <a:off x="1815586" y="2412012"/>
              <a:ext cx="69269" cy="69269"/>
            </a:xfrm>
            <a:custGeom>
              <a:avLst/>
              <a:gdLst>
                <a:gd name="csX0" fmla="*/ 69269 w 69269"/>
                <a:gd name="csY0" fmla="*/ 0 h 69269"/>
                <a:gd name="csX1" fmla="*/ 0 w 69269"/>
                <a:gd name="csY1" fmla="*/ 69269 h 69269"/>
                <a:gd name="csX2" fmla="*/ 21314 w 69269"/>
                <a:gd name="csY2" fmla="*/ 69269 h 69269"/>
                <a:gd name="csX3" fmla="*/ 69269 w 69269"/>
                <a:gd name="csY3" fmla="*/ 21314 h 69269"/>
                <a:gd name="csX4" fmla="*/ 69269 w 69269"/>
                <a:gd name="csY4" fmla="*/ 0 h 692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269" h="69269">
                  <a:moveTo>
                    <a:pt x="69269" y="0"/>
                  </a:moveTo>
                  <a:cubicBezTo>
                    <a:pt x="31011" y="0"/>
                    <a:pt x="0" y="31011"/>
                    <a:pt x="0" y="69269"/>
                  </a:cubicBezTo>
                  <a:lnTo>
                    <a:pt x="21314" y="69269"/>
                  </a:lnTo>
                  <a:cubicBezTo>
                    <a:pt x="21314" y="42787"/>
                    <a:pt x="42787" y="21314"/>
                    <a:pt x="69269" y="21314"/>
                  </a:cubicBezTo>
                  <a:lnTo>
                    <a:pt x="69269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A41F3B4-ADA3-768B-0ABF-D22627A14919}"/>
              </a:ext>
            </a:extLst>
          </p:cNvPr>
          <p:cNvGrpSpPr/>
          <p:nvPr userDrawn="1"/>
        </p:nvGrpSpPr>
        <p:grpSpPr>
          <a:xfrm>
            <a:off x="11123236" y="5725746"/>
            <a:ext cx="287809" cy="285922"/>
            <a:chOff x="9840179" y="6030005"/>
            <a:chExt cx="287734" cy="285922"/>
          </a:xfrm>
        </p:grpSpPr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7EDDA328-6906-E71C-D27E-693F4F8C7061}"/>
                </a:ext>
              </a:extLst>
            </p:cNvPr>
            <p:cNvSpPr/>
            <p:nvPr/>
          </p:nvSpPr>
          <p:spPr>
            <a:xfrm>
              <a:off x="9840179" y="6133536"/>
              <a:ext cx="287734" cy="182391"/>
            </a:xfrm>
            <a:custGeom>
              <a:avLst/>
              <a:gdLst>
                <a:gd name="csX0" fmla="*/ 280488 w 287734"/>
                <a:gd name="csY0" fmla="*/ 32663 h 182391"/>
                <a:gd name="csX1" fmla="*/ 287734 w 287734"/>
                <a:gd name="csY1" fmla="*/ 35913 h 182391"/>
                <a:gd name="csX2" fmla="*/ 287734 w 287734"/>
                <a:gd name="csY2" fmla="*/ 68470 h 182391"/>
                <a:gd name="csX3" fmla="*/ 280062 w 287734"/>
                <a:gd name="csY3" fmla="*/ 71721 h 182391"/>
                <a:gd name="csX4" fmla="*/ 260880 w 287734"/>
                <a:gd name="csY4" fmla="*/ 79873 h 182391"/>
                <a:gd name="csX5" fmla="*/ 280168 w 287734"/>
                <a:gd name="csY5" fmla="*/ 88132 h 182391"/>
                <a:gd name="csX6" fmla="*/ 287734 w 287734"/>
                <a:gd name="csY6" fmla="*/ 91382 h 182391"/>
                <a:gd name="csX7" fmla="*/ 287734 w 287734"/>
                <a:gd name="csY7" fmla="*/ 124259 h 182391"/>
                <a:gd name="csX8" fmla="*/ 279742 w 287734"/>
                <a:gd name="csY8" fmla="*/ 127509 h 182391"/>
                <a:gd name="csX9" fmla="*/ 151860 w 287734"/>
                <a:gd name="csY9" fmla="*/ 179195 h 182391"/>
                <a:gd name="csX10" fmla="*/ 143867 w 287734"/>
                <a:gd name="csY10" fmla="*/ 182392 h 182391"/>
                <a:gd name="csX11" fmla="*/ 135875 w 287734"/>
                <a:gd name="csY11" fmla="*/ 179195 h 182391"/>
                <a:gd name="csX12" fmla="*/ 7993 w 287734"/>
                <a:gd name="csY12" fmla="*/ 127509 h 182391"/>
                <a:gd name="csX13" fmla="*/ 0 w 287734"/>
                <a:gd name="csY13" fmla="*/ 124259 h 182391"/>
                <a:gd name="csX14" fmla="*/ 0 w 287734"/>
                <a:gd name="csY14" fmla="*/ 91382 h 182391"/>
                <a:gd name="csX15" fmla="*/ 7567 w 287734"/>
                <a:gd name="csY15" fmla="*/ 88132 h 182391"/>
                <a:gd name="csX16" fmla="*/ 26855 w 287734"/>
                <a:gd name="csY16" fmla="*/ 79873 h 182391"/>
                <a:gd name="csX17" fmla="*/ 7673 w 287734"/>
                <a:gd name="csY17" fmla="*/ 71721 h 182391"/>
                <a:gd name="csX18" fmla="*/ 0 w 287734"/>
                <a:gd name="csY18" fmla="*/ 68470 h 182391"/>
                <a:gd name="csX19" fmla="*/ 0 w 287734"/>
                <a:gd name="csY19" fmla="*/ 35913 h 182391"/>
                <a:gd name="csX20" fmla="*/ 7247 w 287734"/>
                <a:gd name="csY20" fmla="*/ 32663 h 182391"/>
                <a:gd name="csX21" fmla="*/ 79660 w 287734"/>
                <a:gd name="csY21" fmla="*/ 0 h 182391"/>
                <a:gd name="csX22" fmla="*/ 89145 w 287734"/>
                <a:gd name="csY22" fmla="*/ 19129 h 182391"/>
                <a:gd name="csX23" fmla="*/ 15985 w 287734"/>
                <a:gd name="csY23" fmla="*/ 52112 h 182391"/>
                <a:gd name="csX24" fmla="*/ 143867 w 287734"/>
                <a:gd name="csY24" fmla="*/ 106355 h 182391"/>
                <a:gd name="csX25" fmla="*/ 271749 w 287734"/>
                <a:gd name="csY25" fmla="*/ 52112 h 182391"/>
                <a:gd name="csX26" fmla="*/ 198590 w 287734"/>
                <a:gd name="csY26" fmla="*/ 19129 h 182391"/>
                <a:gd name="csX27" fmla="*/ 208075 w 287734"/>
                <a:gd name="csY27" fmla="*/ 0 h 182391"/>
                <a:gd name="csX28" fmla="*/ 280488 w 287734"/>
                <a:gd name="csY28" fmla="*/ 32663 h 182391"/>
                <a:gd name="csX29" fmla="*/ 152180 w 287734"/>
                <a:gd name="csY29" fmla="*/ 125964 h 182391"/>
                <a:gd name="csX30" fmla="*/ 143867 w 287734"/>
                <a:gd name="csY30" fmla="*/ 129480 h 182391"/>
                <a:gd name="csX31" fmla="*/ 135555 w 287734"/>
                <a:gd name="csY31" fmla="*/ 125964 h 182391"/>
                <a:gd name="csX32" fmla="*/ 54030 w 287734"/>
                <a:gd name="csY32" fmla="*/ 91382 h 182391"/>
                <a:gd name="csX33" fmla="*/ 15985 w 287734"/>
                <a:gd name="csY33" fmla="*/ 107687 h 182391"/>
                <a:gd name="csX34" fmla="*/ 143867 w 287734"/>
                <a:gd name="csY34" fmla="*/ 159373 h 182391"/>
                <a:gd name="csX35" fmla="*/ 271749 w 287734"/>
                <a:gd name="csY35" fmla="*/ 107687 h 182391"/>
                <a:gd name="csX36" fmla="*/ 233705 w 287734"/>
                <a:gd name="csY36" fmla="*/ 91329 h 182391"/>
                <a:gd name="csX37" fmla="*/ 152180 w 287734"/>
                <a:gd name="csY37" fmla="*/ 125910 h 182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87734" h="182391">
                  <a:moveTo>
                    <a:pt x="280488" y="32663"/>
                  </a:moveTo>
                  <a:lnTo>
                    <a:pt x="287734" y="35913"/>
                  </a:lnTo>
                  <a:lnTo>
                    <a:pt x="287734" y="68470"/>
                  </a:lnTo>
                  <a:lnTo>
                    <a:pt x="280062" y="71721"/>
                  </a:lnTo>
                  <a:lnTo>
                    <a:pt x="260880" y="79873"/>
                  </a:lnTo>
                  <a:lnTo>
                    <a:pt x="280168" y="88132"/>
                  </a:lnTo>
                  <a:lnTo>
                    <a:pt x="287734" y="91382"/>
                  </a:lnTo>
                  <a:lnTo>
                    <a:pt x="287734" y="124259"/>
                  </a:lnTo>
                  <a:lnTo>
                    <a:pt x="279742" y="127509"/>
                  </a:lnTo>
                  <a:lnTo>
                    <a:pt x="151860" y="179195"/>
                  </a:lnTo>
                  <a:lnTo>
                    <a:pt x="143867" y="182392"/>
                  </a:lnTo>
                  <a:lnTo>
                    <a:pt x="135875" y="179195"/>
                  </a:lnTo>
                  <a:lnTo>
                    <a:pt x="7993" y="127509"/>
                  </a:lnTo>
                  <a:lnTo>
                    <a:pt x="0" y="124259"/>
                  </a:lnTo>
                  <a:lnTo>
                    <a:pt x="0" y="91382"/>
                  </a:lnTo>
                  <a:lnTo>
                    <a:pt x="7567" y="88132"/>
                  </a:lnTo>
                  <a:lnTo>
                    <a:pt x="26855" y="79873"/>
                  </a:lnTo>
                  <a:lnTo>
                    <a:pt x="7673" y="71721"/>
                  </a:lnTo>
                  <a:lnTo>
                    <a:pt x="0" y="68470"/>
                  </a:lnTo>
                  <a:lnTo>
                    <a:pt x="0" y="35913"/>
                  </a:lnTo>
                  <a:lnTo>
                    <a:pt x="7247" y="32663"/>
                  </a:lnTo>
                  <a:lnTo>
                    <a:pt x="79660" y="0"/>
                  </a:lnTo>
                  <a:cubicBezTo>
                    <a:pt x="82058" y="6661"/>
                    <a:pt x="85255" y="13001"/>
                    <a:pt x="89145" y="19129"/>
                  </a:cubicBezTo>
                  <a:lnTo>
                    <a:pt x="15985" y="52112"/>
                  </a:lnTo>
                  <a:lnTo>
                    <a:pt x="143867" y="106355"/>
                  </a:lnTo>
                  <a:lnTo>
                    <a:pt x="271749" y="52112"/>
                  </a:lnTo>
                  <a:lnTo>
                    <a:pt x="198590" y="19129"/>
                  </a:lnTo>
                  <a:cubicBezTo>
                    <a:pt x="202480" y="13001"/>
                    <a:pt x="205677" y="6661"/>
                    <a:pt x="208075" y="0"/>
                  </a:cubicBezTo>
                  <a:lnTo>
                    <a:pt x="280488" y="32663"/>
                  </a:lnTo>
                  <a:close/>
                  <a:moveTo>
                    <a:pt x="152180" y="125964"/>
                  </a:moveTo>
                  <a:lnTo>
                    <a:pt x="143867" y="129480"/>
                  </a:lnTo>
                  <a:lnTo>
                    <a:pt x="135555" y="125964"/>
                  </a:lnTo>
                  <a:lnTo>
                    <a:pt x="54030" y="91382"/>
                  </a:lnTo>
                  <a:lnTo>
                    <a:pt x="15985" y="107687"/>
                  </a:lnTo>
                  <a:lnTo>
                    <a:pt x="143867" y="159373"/>
                  </a:lnTo>
                  <a:lnTo>
                    <a:pt x="271749" y="107687"/>
                  </a:lnTo>
                  <a:lnTo>
                    <a:pt x="233705" y="91329"/>
                  </a:lnTo>
                  <a:lnTo>
                    <a:pt x="152180" y="1259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5B31E90D-2EE9-AD73-D53F-21C9FFF384E7}"/>
                </a:ext>
              </a:extLst>
            </p:cNvPr>
            <p:cNvSpPr/>
            <p:nvPr/>
          </p:nvSpPr>
          <p:spPr>
            <a:xfrm>
              <a:off x="9946747" y="6072633"/>
              <a:ext cx="74597" cy="74597"/>
            </a:xfrm>
            <a:custGeom>
              <a:avLst/>
              <a:gdLst>
                <a:gd name="csX0" fmla="*/ 53284 w 74597"/>
                <a:gd name="csY0" fmla="*/ 37299 h 74597"/>
                <a:gd name="csX1" fmla="*/ 37299 w 74597"/>
                <a:gd name="csY1" fmla="*/ 21314 h 74597"/>
                <a:gd name="csX2" fmla="*/ 21314 w 74597"/>
                <a:gd name="csY2" fmla="*/ 37299 h 74597"/>
                <a:gd name="csX3" fmla="*/ 37299 w 74597"/>
                <a:gd name="csY3" fmla="*/ 53284 h 74597"/>
                <a:gd name="csX4" fmla="*/ 53284 w 74597"/>
                <a:gd name="csY4" fmla="*/ 37299 h 74597"/>
                <a:gd name="csX5" fmla="*/ 74598 w 74597"/>
                <a:gd name="csY5" fmla="*/ 37299 h 74597"/>
                <a:gd name="csX6" fmla="*/ 37299 w 74597"/>
                <a:gd name="csY6" fmla="*/ 74598 h 74597"/>
                <a:gd name="csX7" fmla="*/ 0 w 74597"/>
                <a:gd name="csY7" fmla="*/ 37299 h 74597"/>
                <a:gd name="csX8" fmla="*/ 37299 w 74597"/>
                <a:gd name="csY8" fmla="*/ 0 h 74597"/>
                <a:gd name="csX9" fmla="*/ 74598 w 74597"/>
                <a:gd name="csY9" fmla="*/ 37299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4597" h="74597">
                  <a:moveTo>
                    <a:pt x="53284" y="37299"/>
                  </a:moveTo>
                  <a:cubicBezTo>
                    <a:pt x="53284" y="28454"/>
                    <a:pt x="46144" y="21314"/>
                    <a:pt x="37299" y="21314"/>
                  </a:cubicBezTo>
                  <a:cubicBezTo>
                    <a:pt x="28454" y="21314"/>
                    <a:pt x="21314" y="28454"/>
                    <a:pt x="21314" y="37299"/>
                  </a:cubicBezTo>
                  <a:cubicBezTo>
                    <a:pt x="21314" y="46144"/>
                    <a:pt x="28454" y="53284"/>
                    <a:pt x="37299" y="53284"/>
                  </a:cubicBezTo>
                  <a:cubicBezTo>
                    <a:pt x="46144" y="53284"/>
                    <a:pt x="53284" y="46144"/>
                    <a:pt x="53284" y="37299"/>
                  </a:cubicBezTo>
                  <a:close/>
                  <a:moveTo>
                    <a:pt x="74598" y="37299"/>
                  </a:moveTo>
                  <a:cubicBezTo>
                    <a:pt x="74598" y="57920"/>
                    <a:pt x="57920" y="74598"/>
                    <a:pt x="37299" y="74598"/>
                  </a:cubicBezTo>
                  <a:cubicBezTo>
                    <a:pt x="16678" y="74598"/>
                    <a:pt x="0" y="57920"/>
                    <a:pt x="0" y="37299"/>
                  </a:cubicBezTo>
                  <a:cubicBezTo>
                    <a:pt x="0" y="16678"/>
                    <a:pt x="16678" y="0"/>
                    <a:pt x="37299" y="0"/>
                  </a:cubicBezTo>
                  <a:cubicBezTo>
                    <a:pt x="57920" y="0"/>
                    <a:pt x="74598" y="16678"/>
                    <a:pt x="74598" y="372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A2F15121-E8A7-E7E3-E614-62139CBAA9B6}"/>
                </a:ext>
              </a:extLst>
            </p:cNvPr>
            <p:cNvSpPr/>
            <p:nvPr/>
          </p:nvSpPr>
          <p:spPr>
            <a:xfrm>
              <a:off x="9904120" y="6030005"/>
              <a:ext cx="159852" cy="189052"/>
            </a:xfrm>
            <a:custGeom>
              <a:avLst/>
              <a:gdLst>
                <a:gd name="csX0" fmla="*/ 138539 w 159852"/>
                <a:gd name="csY0" fmla="*/ 74171 h 189052"/>
                <a:gd name="csX1" fmla="*/ 79926 w 159852"/>
                <a:gd name="csY1" fmla="*/ 21314 h 189052"/>
                <a:gd name="csX2" fmla="*/ 21314 w 159852"/>
                <a:gd name="csY2" fmla="*/ 74171 h 189052"/>
                <a:gd name="csX3" fmla="*/ 79926 w 159852"/>
                <a:gd name="csY3" fmla="*/ 166726 h 189052"/>
                <a:gd name="csX4" fmla="*/ 138539 w 159852"/>
                <a:gd name="csY4" fmla="*/ 74171 h 189052"/>
                <a:gd name="csX5" fmla="*/ 159852 w 159852"/>
                <a:gd name="csY5" fmla="*/ 74171 h 189052"/>
                <a:gd name="csX6" fmla="*/ 87120 w 159852"/>
                <a:gd name="csY6" fmla="*/ 189052 h 189052"/>
                <a:gd name="csX7" fmla="*/ 72733 w 159852"/>
                <a:gd name="csY7" fmla="*/ 189052 h 189052"/>
                <a:gd name="csX8" fmla="*/ 0 w 159852"/>
                <a:gd name="csY8" fmla="*/ 74171 h 189052"/>
                <a:gd name="csX9" fmla="*/ 79926 w 159852"/>
                <a:gd name="csY9" fmla="*/ 0 h 189052"/>
                <a:gd name="csX10" fmla="*/ 159852 w 159852"/>
                <a:gd name="csY10" fmla="*/ 74171 h 189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9852" h="189052">
                  <a:moveTo>
                    <a:pt x="138539" y="74171"/>
                  </a:moveTo>
                  <a:cubicBezTo>
                    <a:pt x="138539" y="45824"/>
                    <a:pt x="113176" y="21314"/>
                    <a:pt x="79926" y="21314"/>
                  </a:cubicBezTo>
                  <a:cubicBezTo>
                    <a:pt x="46677" y="21314"/>
                    <a:pt x="21314" y="45824"/>
                    <a:pt x="21314" y="74171"/>
                  </a:cubicBezTo>
                  <a:cubicBezTo>
                    <a:pt x="21314" y="110458"/>
                    <a:pt x="44865" y="134436"/>
                    <a:pt x="79926" y="166726"/>
                  </a:cubicBezTo>
                  <a:cubicBezTo>
                    <a:pt x="114988" y="134436"/>
                    <a:pt x="138539" y="110458"/>
                    <a:pt x="138539" y="74171"/>
                  </a:cubicBezTo>
                  <a:close/>
                  <a:moveTo>
                    <a:pt x="159852" y="74171"/>
                  </a:moveTo>
                  <a:cubicBezTo>
                    <a:pt x="159852" y="124045"/>
                    <a:pt x="124046" y="155163"/>
                    <a:pt x="87120" y="189052"/>
                  </a:cubicBezTo>
                  <a:lnTo>
                    <a:pt x="72733" y="189052"/>
                  </a:lnTo>
                  <a:cubicBezTo>
                    <a:pt x="35807" y="155217"/>
                    <a:pt x="0" y="124045"/>
                    <a:pt x="0" y="74171"/>
                  </a:cubicBezTo>
                  <a:cubicBezTo>
                    <a:pt x="0" y="32344"/>
                    <a:pt x="36660" y="0"/>
                    <a:pt x="79926" y="0"/>
                  </a:cubicBezTo>
                  <a:cubicBezTo>
                    <a:pt x="123193" y="0"/>
                    <a:pt x="159852" y="32344"/>
                    <a:pt x="159852" y="7417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4" name="Graphic 2">
            <a:extLst>
              <a:ext uri="{FF2B5EF4-FFF2-40B4-BE49-F238E27FC236}">
                <a16:creationId xmlns:a16="http://schemas.microsoft.com/office/drawing/2014/main" id="{885777AB-53E2-C3AA-BA9E-FA5BB6DE27BB}"/>
              </a:ext>
            </a:extLst>
          </p:cNvPr>
          <p:cNvGrpSpPr/>
          <p:nvPr userDrawn="1"/>
        </p:nvGrpSpPr>
        <p:grpSpPr>
          <a:xfrm>
            <a:off x="1880285" y="3790787"/>
            <a:ext cx="255830" cy="304465"/>
            <a:chOff x="1623763" y="4095045"/>
            <a:chExt cx="255763" cy="304465"/>
          </a:xfrm>
          <a:solidFill>
            <a:srgbClr val="000000"/>
          </a:solidFill>
        </p:grpSpPr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BAAE57AB-2B1C-C864-7784-EB89EAF76966}"/>
                </a:ext>
              </a:extLst>
            </p:cNvPr>
            <p:cNvSpPr/>
            <p:nvPr/>
          </p:nvSpPr>
          <p:spPr>
            <a:xfrm>
              <a:off x="1623763" y="4154404"/>
              <a:ext cx="255763" cy="245107"/>
            </a:xfrm>
            <a:custGeom>
              <a:avLst/>
              <a:gdLst>
                <a:gd name="csX0" fmla="*/ 191823 w 255763"/>
                <a:gd name="csY0" fmla="*/ 0 h 245107"/>
                <a:gd name="csX1" fmla="*/ 191823 w 255763"/>
                <a:gd name="csY1" fmla="*/ 21314 h 245107"/>
                <a:gd name="csX2" fmla="*/ 234450 w 255763"/>
                <a:gd name="csY2" fmla="*/ 21314 h 245107"/>
                <a:gd name="csX3" fmla="*/ 234450 w 255763"/>
                <a:gd name="csY3" fmla="*/ 223793 h 245107"/>
                <a:gd name="csX4" fmla="*/ 21314 w 255763"/>
                <a:gd name="csY4" fmla="*/ 223793 h 245107"/>
                <a:gd name="csX5" fmla="*/ 21314 w 255763"/>
                <a:gd name="csY5" fmla="*/ 21314 h 245107"/>
                <a:gd name="csX6" fmla="*/ 63941 w 255763"/>
                <a:gd name="csY6" fmla="*/ 21314 h 245107"/>
                <a:gd name="csX7" fmla="*/ 63941 w 255763"/>
                <a:gd name="csY7" fmla="*/ 0 h 245107"/>
                <a:gd name="csX8" fmla="*/ 21314 w 255763"/>
                <a:gd name="csY8" fmla="*/ 0 h 245107"/>
                <a:gd name="csX9" fmla="*/ 0 w 255763"/>
                <a:gd name="csY9" fmla="*/ 21314 h 245107"/>
                <a:gd name="csX10" fmla="*/ 0 w 255763"/>
                <a:gd name="csY10" fmla="*/ 223793 h 245107"/>
                <a:gd name="csX11" fmla="*/ 21314 w 255763"/>
                <a:gd name="csY11" fmla="*/ 245107 h 245107"/>
                <a:gd name="csX12" fmla="*/ 234450 w 255763"/>
                <a:gd name="csY12" fmla="*/ 245107 h 245107"/>
                <a:gd name="csX13" fmla="*/ 255764 w 255763"/>
                <a:gd name="csY13" fmla="*/ 223793 h 245107"/>
                <a:gd name="csX14" fmla="*/ 255764 w 255763"/>
                <a:gd name="csY14" fmla="*/ 21314 h 245107"/>
                <a:gd name="csX15" fmla="*/ 234450 w 255763"/>
                <a:gd name="csY15" fmla="*/ 0 h 245107"/>
                <a:gd name="csX16" fmla="*/ 191823 w 255763"/>
                <a:gd name="csY16" fmla="*/ 0 h 245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55763" h="245107">
                  <a:moveTo>
                    <a:pt x="191823" y="0"/>
                  </a:moveTo>
                  <a:lnTo>
                    <a:pt x="191823" y="21314"/>
                  </a:lnTo>
                  <a:lnTo>
                    <a:pt x="234450" y="21314"/>
                  </a:lnTo>
                  <a:lnTo>
                    <a:pt x="234450" y="223793"/>
                  </a:lnTo>
                  <a:lnTo>
                    <a:pt x="21314" y="223793"/>
                  </a:lnTo>
                  <a:lnTo>
                    <a:pt x="21314" y="21314"/>
                  </a:lnTo>
                  <a:lnTo>
                    <a:pt x="63941" y="21314"/>
                  </a:lnTo>
                  <a:lnTo>
                    <a:pt x="63941" y="0"/>
                  </a:lnTo>
                  <a:lnTo>
                    <a:pt x="21314" y="0"/>
                  </a:lnTo>
                  <a:lnTo>
                    <a:pt x="0" y="21314"/>
                  </a:lnTo>
                  <a:lnTo>
                    <a:pt x="0" y="223793"/>
                  </a:lnTo>
                  <a:lnTo>
                    <a:pt x="21314" y="245107"/>
                  </a:lnTo>
                  <a:lnTo>
                    <a:pt x="234450" y="245107"/>
                  </a:lnTo>
                  <a:lnTo>
                    <a:pt x="255764" y="223793"/>
                  </a:lnTo>
                  <a:lnTo>
                    <a:pt x="255764" y="21314"/>
                  </a:lnTo>
                  <a:lnTo>
                    <a:pt x="234450" y="0"/>
                  </a:lnTo>
                  <a:lnTo>
                    <a:pt x="191823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A5D3C3A7-AA72-5138-7F8E-032FB1817F40}"/>
                </a:ext>
              </a:extLst>
            </p:cNvPr>
            <p:cNvSpPr/>
            <p:nvPr/>
          </p:nvSpPr>
          <p:spPr>
            <a:xfrm>
              <a:off x="1692446" y="4095045"/>
              <a:ext cx="119782" cy="145731"/>
            </a:xfrm>
            <a:custGeom>
              <a:avLst/>
              <a:gdLst>
                <a:gd name="csX0" fmla="*/ 53 w 119782"/>
                <a:gd name="csY0" fmla="*/ 41295 h 145731"/>
                <a:gd name="csX1" fmla="*/ 15612 w 119782"/>
                <a:gd name="csY1" fmla="*/ 55842 h 145731"/>
                <a:gd name="csX2" fmla="*/ 48915 w 119782"/>
                <a:gd name="csY2" fmla="*/ 24671 h 145731"/>
                <a:gd name="csX3" fmla="*/ 48915 w 119782"/>
                <a:gd name="csY3" fmla="*/ 145732 h 145731"/>
                <a:gd name="csX4" fmla="*/ 70921 w 119782"/>
                <a:gd name="csY4" fmla="*/ 145732 h 145731"/>
                <a:gd name="csX5" fmla="*/ 70921 w 119782"/>
                <a:gd name="csY5" fmla="*/ 135448 h 145731"/>
                <a:gd name="csX6" fmla="*/ 70921 w 119782"/>
                <a:gd name="csY6" fmla="*/ 24671 h 145731"/>
                <a:gd name="csX7" fmla="*/ 104224 w 119782"/>
                <a:gd name="csY7" fmla="*/ 55842 h 145731"/>
                <a:gd name="csX8" fmla="*/ 119783 w 119782"/>
                <a:gd name="csY8" fmla="*/ 41295 h 145731"/>
                <a:gd name="csX9" fmla="*/ 75610 w 119782"/>
                <a:gd name="csY9" fmla="*/ 0 h 145731"/>
                <a:gd name="csX10" fmla="*/ 44173 w 119782"/>
                <a:gd name="csY10" fmla="*/ 0 h 145731"/>
                <a:gd name="csX11" fmla="*/ 0 w 119782"/>
                <a:gd name="csY11" fmla="*/ 41295 h 14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19782" h="145731">
                  <a:moveTo>
                    <a:pt x="53" y="41295"/>
                  </a:moveTo>
                  <a:lnTo>
                    <a:pt x="15612" y="55842"/>
                  </a:lnTo>
                  <a:lnTo>
                    <a:pt x="48915" y="24671"/>
                  </a:lnTo>
                  <a:lnTo>
                    <a:pt x="48915" y="145732"/>
                  </a:lnTo>
                  <a:lnTo>
                    <a:pt x="70921" y="145732"/>
                  </a:lnTo>
                  <a:cubicBezTo>
                    <a:pt x="70921" y="145732"/>
                    <a:pt x="70921" y="135448"/>
                    <a:pt x="70921" y="135448"/>
                  </a:cubicBezTo>
                  <a:lnTo>
                    <a:pt x="70921" y="24671"/>
                  </a:lnTo>
                  <a:lnTo>
                    <a:pt x="104224" y="55842"/>
                  </a:lnTo>
                  <a:lnTo>
                    <a:pt x="119783" y="41295"/>
                  </a:lnTo>
                  <a:lnTo>
                    <a:pt x="75610" y="0"/>
                  </a:lnTo>
                  <a:lnTo>
                    <a:pt x="44173" y="0"/>
                  </a:lnTo>
                  <a:lnTo>
                    <a:pt x="0" y="4129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2185BC63-36C9-304C-4B99-48E138B50D57}"/>
              </a:ext>
            </a:extLst>
          </p:cNvPr>
          <p:cNvGrpSpPr/>
          <p:nvPr userDrawn="1"/>
        </p:nvGrpSpPr>
        <p:grpSpPr>
          <a:xfrm>
            <a:off x="11123236" y="2848403"/>
            <a:ext cx="287809" cy="286348"/>
            <a:chOff x="9840179" y="3152662"/>
            <a:chExt cx="287734" cy="286348"/>
          </a:xfrm>
        </p:grpSpPr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AB088517-25D8-0564-3614-4EE55A8B6C9E}"/>
                </a:ext>
              </a:extLst>
            </p:cNvPr>
            <p:cNvSpPr/>
            <p:nvPr/>
          </p:nvSpPr>
          <p:spPr>
            <a:xfrm>
              <a:off x="9840179" y="3152662"/>
              <a:ext cx="287734" cy="286348"/>
            </a:xfrm>
            <a:custGeom>
              <a:avLst/>
              <a:gdLst>
                <a:gd name="csX0" fmla="*/ 21314 w 287734"/>
                <a:gd name="csY0" fmla="*/ 21314 h 286348"/>
                <a:gd name="csX1" fmla="*/ 21314 w 287734"/>
                <a:gd name="csY1" fmla="*/ 51579 h 286348"/>
                <a:gd name="csX2" fmla="*/ 123460 w 287734"/>
                <a:gd name="csY2" fmla="*/ 142322 h 286348"/>
                <a:gd name="csX3" fmla="*/ 123460 w 287734"/>
                <a:gd name="csY3" fmla="*/ 255764 h 286348"/>
                <a:gd name="csX4" fmla="*/ 164275 w 287734"/>
                <a:gd name="csY4" fmla="*/ 240631 h 286348"/>
                <a:gd name="csX5" fmla="*/ 164275 w 287734"/>
                <a:gd name="csY5" fmla="*/ 142322 h 286348"/>
                <a:gd name="csX6" fmla="*/ 266421 w 287734"/>
                <a:gd name="csY6" fmla="*/ 51579 h 286348"/>
                <a:gd name="csX7" fmla="*/ 266421 w 287734"/>
                <a:gd name="csY7" fmla="*/ 21314 h 286348"/>
                <a:gd name="csX8" fmla="*/ 21314 w 287734"/>
                <a:gd name="csY8" fmla="*/ 21314 h 286348"/>
                <a:gd name="csX9" fmla="*/ 287734 w 287734"/>
                <a:gd name="csY9" fmla="*/ 61117 h 286348"/>
                <a:gd name="csX10" fmla="*/ 185589 w 287734"/>
                <a:gd name="csY10" fmla="*/ 151860 h 286348"/>
                <a:gd name="csX11" fmla="*/ 185589 w 287734"/>
                <a:gd name="csY11" fmla="*/ 255444 h 286348"/>
                <a:gd name="csX12" fmla="*/ 102146 w 287734"/>
                <a:gd name="csY12" fmla="*/ 286349 h 286348"/>
                <a:gd name="csX13" fmla="*/ 102146 w 287734"/>
                <a:gd name="csY13" fmla="*/ 151860 h 286348"/>
                <a:gd name="csX14" fmla="*/ 0 w 287734"/>
                <a:gd name="csY14" fmla="*/ 61117 h 286348"/>
                <a:gd name="csX15" fmla="*/ 0 w 287734"/>
                <a:gd name="csY15" fmla="*/ 21314 h 286348"/>
                <a:gd name="csX16" fmla="*/ 21314 w 287734"/>
                <a:gd name="csY16" fmla="*/ 0 h 286348"/>
                <a:gd name="csX17" fmla="*/ 266421 w 287734"/>
                <a:gd name="csY17" fmla="*/ 0 h 286348"/>
                <a:gd name="csX18" fmla="*/ 287734 w 287734"/>
                <a:gd name="csY18" fmla="*/ 21314 h 286348"/>
                <a:gd name="csX19" fmla="*/ 287734 w 287734"/>
                <a:gd name="csY19" fmla="*/ 61117 h 286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86348">
                  <a:moveTo>
                    <a:pt x="21314" y="21314"/>
                  </a:moveTo>
                  <a:lnTo>
                    <a:pt x="21314" y="51579"/>
                  </a:lnTo>
                  <a:lnTo>
                    <a:pt x="123460" y="142322"/>
                  </a:lnTo>
                  <a:lnTo>
                    <a:pt x="123460" y="255764"/>
                  </a:lnTo>
                  <a:lnTo>
                    <a:pt x="164275" y="240631"/>
                  </a:lnTo>
                  <a:lnTo>
                    <a:pt x="164275" y="142322"/>
                  </a:lnTo>
                  <a:lnTo>
                    <a:pt x="266421" y="51579"/>
                  </a:lnTo>
                  <a:lnTo>
                    <a:pt x="266421" y="21314"/>
                  </a:lnTo>
                  <a:lnTo>
                    <a:pt x="21314" y="21314"/>
                  </a:lnTo>
                  <a:close/>
                  <a:moveTo>
                    <a:pt x="287734" y="61117"/>
                  </a:moveTo>
                  <a:lnTo>
                    <a:pt x="185589" y="151860"/>
                  </a:lnTo>
                  <a:lnTo>
                    <a:pt x="185589" y="255444"/>
                  </a:lnTo>
                  <a:lnTo>
                    <a:pt x="102146" y="286349"/>
                  </a:lnTo>
                  <a:lnTo>
                    <a:pt x="102146" y="151860"/>
                  </a:lnTo>
                  <a:lnTo>
                    <a:pt x="0" y="6111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611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697B442C-3604-CE36-A359-684F6532E6E7}"/>
                </a:ext>
              </a:extLst>
            </p:cNvPr>
            <p:cNvSpPr/>
            <p:nvPr/>
          </p:nvSpPr>
          <p:spPr>
            <a:xfrm>
              <a:off x="9840179" y="3152662"/>
              <a:ext cx="287734" cy="286348"/>
            </a:xfrm>
            <a:custGeom>
              <a:avLst/>
              <a:gdLst>
                <a:gd name="csX0" fmla="*/ 21314 w 287734"/>
                <a:gd name="csY0" fmla="*/ 21314 h 286348"/>
                <a:gd name="csX1" fmla="*/ 21314 w 287734"/>
                <a:gd name="csY1" fmla="*/ 51579 h 286348"/>
                <a:gd name="csX2" fmla="*/ 123460 w 287734"/>
                <a:gd name="csY2" fmla="*/ 142322 h 286348"/>
                <a:gd name="csX3" fmla="*/ 123460 w 287734"/>
                <a:gd name="csY3" fmla="*/ 255764 h 286348"/>
                <a:gd name="csX4" fmla="*/ 164275 w 287734"/>
                <a:gd name="csY4" fmla="*/ 240631 h 286348"/>
                <a:gd name="csX5" fmla="*/ 164275 w 287734"/>
                <a:gd name="csY5" fmla="*/ 142322 h 286348"/>
                <a:gd name="csX6" fmla="*/ 266421 w 287734"/>
                <a:gd name="csY6" fmla="*/ 51579 h 286348"/>
                <a:gd name="csX7" fmla="*/ 266421 w 287734"/>
                <a:gd name="csY7" fmla="*/ 21314 h 286348"/>
                <a:gd name="csX8" fmla="*/ 21314 w 287734"/>
                <a:gd name="csY8" fmla="*/ 21314 h 286348"/>
                <a:gd name="csX9" fmla="*/ 287734 w 287734"/>
                <a:gd name="csY9" fmla="*/ 61117 h 286348"/>
                <a:gd name="csX10" fmla="*/ 185589 w 287734"/>
                <a:gd name="csY10" fmla="*/ 151860 h 286348"/>
                <a:gd name="csX11" fmla="*/ 185589 w 287734"/>
                <a:gd name="csY11" fmla="*/ 255444 h 286348"/>
                <a:gd name="csX12" fmla="*/ 102146 w 287734"/>
                <a:gd name="csY12" fmla="*/ 286349 h 286348"/>
                <a:gd name="csX13" fmla="*/ 102146 w 287734"/>
                <a:gd name="csY13" fmla="*/ 151860 h 286348"/>
                <a:gd name="csX14" fmla="*/ 0 w 287734"/>
                <a:gd name="csY14" fmla="*/ 61117 h 286348"/>
                <a:gd name="csX15" fmla="*/ 0 w 287734"/>
                <a:gd name="csY15" fmla="*/ 21314 h 286348"/>
                <a:gd name="csX16" fmla="*/ 21314 w 287734"/>
                <a:gd name="csY16" fmla="*/ 0 h 286348"/>
                <a:gd name="csX17" fmla="*/ 266421 w 287734"/>
                <a:gd name="csY17" fmla="*/ 0 h 286348"/>
                <a:gd name="csX18" fmla="*/ 287734 w 287734"/>
                <a:gd name="csY18" fmla="*/ 21314 h 286348"/>
                <a:gd name="csX19" fmla="*/ 287734 w 287734"/>
                <a:gd name="csY19" fmla="*/ 61117 h 286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86348">
                  <a:moveTo>
                    <a:pt x="21314" y="21314"/>
                  </a:moveTo>
                  <a:lnTo>
                    <a:pt x="21314" y="51579"/>
                  </a:lnTo>
                  <a:lnTo>
                    <a:pt x="123460" y="142322"/>
                  </a:lnTo>
                  <a:lnTo>
                    <a:pt x="123460" y="255764"/>
                  </a:lnTo>
                  <a:lnTo>
                    <a:pt x="164275" y="240631"/>
                  </a:lnTo>
                  <a:lnTo>
                    <a:pt x="164275" y="142322"/>
                  </a:lnTo>
                  <a:lnTo>
                    <a:pt x="266421" y="51579"/>
                  </a:lnTo>
                  <a:lnTo>
                    <a:pt x="266421" y="21314"/>
                  </a:lnTo>
                  <a:lnTo>
                    <a:pt x="21314" y="21314"/>
                  </a:lnTo>
                  <a:close/>
                  <a:moveTo>
                    <a:pt x="287734" y="61117"/>
                  </a:moveTo>
                  <a:lnTo>
                    <a:pt x="185589" y="151860"/>
                  </a:lnTo>
                  <a:lnTo>
                    <a:pt x="185589" y="255444"/>
                  </a:lnTo>
                  <a:lnTo>
                    <a:pt x="102146" y="286349"/>
                  </a:lnTo>
                  <a:lnTo>
                    <a:pt x="102146" y="151860"/>
                  </a:lnTo>
                  <a:lnTo>
                    <a:pt x="0" y="6111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611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5C59F9B6-D0CA-E35D-70EF-670CA36FECFF}"/>
              </a:ext>
            </a:extLst>
          </p:cNvPr>
          <p:cNvGrpSpPr/>
          <p:nvPr userDrawn="1"/>
        </p:nvGrpSpPr>
        <p:grpSpPr>
          <a:xfrm>
            <a:off x="4167038" y="2880374"/>
            <a:ext cx="287809" cy="223793"/>
            <a:chOff x="3653889" y="3184632"/>
            <a:chExt cx="287734" cy="223793"/>
          </a:xfrm>
        </p:grpSpPr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038362C2-F507-0C7D-4DED-E08A490A8501}"/>
                </a:ext>
              </a:extLst>
            </p:cNvPr>
            <p:cNvSpPr/>
            <p:nvPr/>
          </p:nvSpPr>
          <p:spPr>
            <a:xfrm>
              <a:off x="3653889" y="3184632"/>
              <a:ext cx="287734" cy="223793"/>
            </a:xfrm>
            <a:custGeom>
              <a:avLst/>
              <a:gdLst>
                <a:gd name="csX0" fmla="*/ 266421 w 287734"/>
                <a:gd name="csY0" fmla="*/ 144240 h 223793"/>
                <a:gd name="csX1" fmla="*/ 216440 w 287734"/>
                <a:gd name="csY1" fmla="*/ 86267 h 223793"/>
                <a:gd name="csX2" fmla="*/ 143867 w 287734"/>
                <a:gd name="csY2" fmla="*/ 21314 h 223793"/>
                <a:gd name="csX3" fmla="*/ 71294 w 287734"/>
                <a:gd name="csY3" fmla="*/ 86267 h 223793"/>
                <a:gd name="csX4" fmla="*/ 21314 w 287734"/>
                <a:gd name="csY4" fmla="*/ 144240 h 223793"/>
                <a:gd name="csX5" fmla="*/ 73639 w 287734"/>
                <a:gd name="csY5" fmla="*/ 202373 h 223793"/>
                <a:gd name="csX6" fmla="*/ 76463 w 287734"/>
                <a:gd name="csY6" fmla="*/ 202373 h 223793"/>
                <a:gd name="csX7" fmla="*/ 211271 w 287734"/>
                <a:gd name="csY7" fmla="*/ 202426 h 223793"/>
                <a:gd name="csX8" fmla="*/ 214096 w 287734"/>
                <a:gd name="csY8" fmla="*/ 202426 h 223793"/>
                <a:gd name="csX9" fmla="*/ 266421 w 287734"/>
                <a:gd name="csY9" fmla="*/ 144187 h 223793"/>
                <a:gd name="csX10" fmla="*/ 287734 w 287734"/>
                <a:gd name="csY10" fmla="*/ 144240 h 223793"/>
                <a:gd name="csX11" fmla="*/ 211271 w 287734"/>
                <a:gd name="csY11" fmla="*/ 223793 h 223793"/>
                <a:gd name="csX12" fmla="*/ 76463 w 287734"/>
                <a:gd name="csY12" fmla="*/ 223793 h 223793"/>
                <a:gd name="csX13" fmla="*/ 0 w 287734"/>
                <a:gd name="csY13" fmla="*/ 144240 h 223793"/>
                <a:gd name="csX14" fmla="*/ 53657 w 287734"/>
                <a:gd name="csY14" fmla="*/ 68257 h 223793"/>
                <a:gd name="csX15" fmla="*/ 143867 w 287734"/>
                <a:gd name="csY15" fmla="*/ 0 h 223793"/>
                <a:gd name="csX16" fmla="*/ 234024 w 287734"/>
                <a:gd name="csY16" fmla="*/ 68257 h 223793"/>
                <a:gd name="csX17" fmla="*/ 287734 w 287734"/>
                <a:gd name="csY17" fmla="*/ 144240 h 22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23793">
                  <a:moveTo>
                    <a:pt x="266421" y="144240"/>
                  </a:moveTo>
                  <a:cubicBezTo>
                    <a:pt x="266421" y="113921"/>
                    <a:pt x="244468" y="88984"/>
                    <a:pt x="216440" y="86267"/>
                  </a:cubicBezTo>
                  <a:cubicBezTo>
                    <a:pt x="210685" y="49448"/>
                    <a:pt x="180420" y="21314"/>
                    <a:pt x="143867" y="21314"/>
                  </a:cubicBezTo>
                  <a:cubicBezTo>
                    <a:pt x="107314" y="21314"/>
                    <a:pt x="77049" y="49394"/>
                    <a:pt x="71294" y="86267"/>
                  </a:cubicBezTo>
                  <a:cubicBezTo>
                    <a:pt x="43267" y="88984"/>
                    <a:pt x="21314" y="113921"/>
                    <a:pt x="21314" y="144240"/>
                  </a:cubicBezTo>
                  <a:cubicBezTo>
                    <a:pt x="21314" y="174559"/>
                    <a:pt x="44492" y="200828"/>
                    <a:pt x="73639" y="202373"/>
                  </a:cubicBezTo>
                  <a:lnTo>
                    <a:pt x="76463" y="202373"/>
                  </a:lnTo>
                  <a:cubicBezTo>
                    <a:pt x="76463" y="202373"/>
                    <a:pt x="211271" y="202426"/>
                    <a:pt x="211271" y="202426"/>
                  </a:cubicBezTo>
                  <a:lnTo>
                    <a:pt x="214096" y="202426"/>
                  </a:lnTo>
                  <a:cubicBezTo>
                    <a:pt x="243242" y="200775"/>
                    <a:pt x="266421" y="175358"/>
                    <a:pt x="266421" y="144187"/>
                  </a:cubicBezTo>
                  <a:close/>
                  <a:moveTo>
                    <a:pt x="287734" y="144240"/>
                  </a:moveTo>
                  <a:cubicBezTo>
                    <a:pt x="287734" y="187081"/>
                    <a:pt x="254592" y="223793"/>
                    <a:pt x="211271" y="223793"/>
                  </a:cubicBezTo>
                  <a:lnTo>
                    <a:pt x="76463" y="223793"/>
                  </a:lnTo>
                  <a:cubicBezTo>
                    <a:pt x="33143" y="223793"/>
                    <a:pt x="0" y="187081"/>
                    <a:pt x="0" y="144240"/>
                  </a:cubicBezTo>
                  <a:cubicBezTo>
                    <a:pt x="0" y="109286"/>
                    <a:pt x="22006" y="78487"/>
                    <a:pt x="53657" y="68257"/>
                  </a:cubicBezTo>
                  <a:cubicBezTo>
                    <a:pt x="65912" y="29200"/>
                    <a:pt x="101027" y="0"/>
                    <a:pt x="143867" y="0"/>
                  </a:cubicBezTo>
                  <a:cubicBezTo>
                    <a:pt x="186708" y="0"/>
                    <a:pt x="221822" y="29200"/>
                    <a:pt x="234024" y="68257"/>
                  </a:cubicBezTo>
                  <a:cubicBezTo>
                    <a:pt x="265675" y="78487"/>
                    <a:pt x="287734" y="109286"/>
                    <a:pt x="287734" y="144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E306FC11-8F69-3215-F5BA-5A5BD93A030A}"/>
                </a:ext>
              </a:extLst>
            </p:cNvPr>
            <p:cNvSpPr/>
            <p:nvPr/>
          </p:nvSpPr>
          <p:spPr>
            <a:xfrm>
              <a:off x="3653889" y="3184632"/>
              <a:ext cx="287734" cy="223793"/>
            </a:xfrm>
            <a:custGeom>
              <a:avLst/>
              <a:gdLst>
                <a:gd name="csX0" fmla="*/ 266421 w 287734"/>
                <a:gd name="csY0" fmla="*/ 144240 h 223793"/>
                <a:gd name="csX1" fmla="*/ 216440 w 287734"/>
                <a:gd name="csY1" fmla="*/ 86267 h 223793"/>
                <a:gd name="csX2" fmla="*/ 143867 w 287734"/>
                <a:gd name="csY2" fmla="*/ 21314 h 223793"/>
                <a:gd name="csX3" fmla="*/ 71294 w 287734"/>
                <a:gd name="csY3" fmla="*/ 86267 h 223793"/>
                <a:gd name="csX4" fmla="*/ 21314 w 287734"/>
                <a:gd name="csY4" fmla="*/ 144240 h 223793"/>
                <a:gd name="csX5" fmla="*/ 73639 w 287734"/>
                <a:gd name="csY5" fmla="*/ 202373 h 223793"/>
                <a:gd name="csX6" fmla="*/ 76463 w 287734"/>
                <a:gd name="csY6" fmla="*/ 202373 h 223793"/>
                <a:gd name="csX7" fmla="*/ 211271 w 287734"/>
                <a:gd name="csY7" fmla="*/ 202426 h 223793"/>
                <a:gd name="csX8" fmla="*/ 214096 w 287734"/>
                <a:gd name="csY8" fmla="*/ 202426 h 223793"/>
                <a:gd name="csX9" fmla="*/ 266421 w 287734"/>
                <a:gd name="csY9" fmla="*/ 144187 h 223793"/>
                <a:gd name="csX10" fmla="*/ 287734 w 287734"/>
                <a:gd name="csY10" fmla="*/ 144240 h 223793"/>
                <a:gd name="csX11" fmla="*/ 211271 w 287734"/>
                <a:gd name="csY11" fmla="*/ 223793 h 223793"/>
                <a:gd name="csX12" fmla="*/ 76463 w 287734"/>
                <a:gd name="csY12" fmla="*/ 223793 h 223793"/>
                <a:gd name="csX13" fmla="*/ 0 w 287734"/>
                <a:gd name="csY13" fmla="*/ 144240 h 223793"/>
                <a:gd name="csX14" fmla="*/ 53657 w 287734"/>
                <a:gd name="csY14" fmla="*/ 68257 h 223793"/>
                <a:gd name="csX15" fmla="*/ 143867 w 287734"/>
                <a:gd name="csY15" fmla="*/ 0 h 223793"/>
                <a:gd name="csX16" fmla="*/ 234024 w 287734"/>
                <a:gd name="csY16" fmla="*/ 68257 h 223793"/>
                <a:gd name="csX17" fmla="*/ 287734 w 287734"/>
                <a:gd name="csY17" fmla="*/ 144240 h 22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23793">
                  <a:moveTo>
                    <a:pt x="266421" y="144240"/>
                  </a:moveTo>
                  <a:cubicBezTo>
                    <a:pt x="266421" y="113921"/>
                    <a:pt x="244468" y="88984"/>
                    <a:pt x="216440" y="86267"/>
                  </a:cubicBezTo>
                  <a:cubicBezTo>
                    <a:pt x="210685" y="49448"/>
                    <a:pt x="180420" y="21314"/>
                    <a:pt x="143867" y="21314"/>
                  </a:cubicBezTo>
                  <a:cubicBezTo>
                    <a:pt x="107314" y="21314"/>
                    <a:pt x="77049" y="49394"/>
                    <a:pt x="71294" y="86267"/>
                  </a:cubicBezTo>
                  <a:cubicBezTo>
                    <a:pt x="43267" y="88984"/>
                    <a:pt x="21314" y="113921"/>
                    <a:pt x="21314" y="144240"/>
                  </a:cubicBezTo>
                  <a:cubicBezTo>
                    <a:pt x="21314" y="174559"/>
                    <a:pt x="44492" y="200828"/>
                    <a:pt x="73639" y="202373"/>
                  </a:cubicBezTo>
                  <a:lnTo>
                    <a:pt x="76463" y="202373"/>
                  </a:lnTo>
                  <a:cubicBezTo>
                    <a:pt x="76463" y="202373"/>
                    <a:pt x="211271" y="202426"/>
                    <a:pt x="211271" y="202426"/>
                  </a:cubicBezTo>
                  <a:lnTo>
                    <a:pt x="214096" y="202426"/>
                  </a:lnTo>
                  <a:cubicBezTo>
                    <a:pt x="243242" y="200775"/>
                    <a:pt x="266421" y="175358"/>
                    <a:pt x="266421" y="144187"/>
                  </a:cubicBezTo>
                  <a:close/>
                  <a:moveTo>
                    <a:pt x="287734" y="144240"/>
                  </a:moveTo>
                  <a:cubicBezTo>
                    <a:pt x="287734" y="187081"/>
                    <a:pt x="254592" y="223793"/>
                    <a:pt x="211271" y="223793"/>
                  </a:cubicBezTo>
                  <a:lnTo>
                    <a:pt x="76463" y="223793"/>
                  </a:lnTo>
                  <a:cubicBezTo>
                    <a:pt x="33143" y="223793"/>
                    <a:pt x="0" y="187081"/>
                    <a:pt x="0" y="144240"/>
                  </a:cubicBezTo>
                  <a:cubicBezTo>
                    <a:pt x="0" y="109286"/>
                    <a:pt x="22006" y="78487"/>
                    <a:pt x="53657" y="68257"/>
                  </a:cubicBezTo>
                  <a:cubicBezTo>
                    <a:pt x="65912" y="29200"/>
                    <a:pt x="101027" y="0"/>
                    <a:pt x="143867" y="0"/>
                  </a:cubicBezTo>
                  <a:cubicBezTo>
                    <a:pt x="186708" y="0"/>
                    <a:pt x="221822" y="29200"/>
                    <a:pt x="234024" y="68257"/>
                  </a:cubicBezTo>
                  <a:cubicBezTo>
                    <a:pt x="265675" y="78487"/>
                    <a:pt x="287734" y="109286"/>
                    <a:pt x="287734" y="144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5A7F940-4D31-600B-6416-D2705883FCCD}"/>
              </a:ext>
            </a:extLst>
          </p:cNvPr>
          <p:cNvGrpSpPr/>
          <p:nvPr userDrawn="1"/>
        </p:nvGrpSpPr>
        <p:grpSpPr>
          <a:xfrm>
            <a:off x="3015774" y="2848456"/>
            <a:ext cx="287702" cy="287574"/>
            <a:chOff x="2630940" y="3152715"/>
            <a:chExt cx="287627" cy="287574"/>
          </a:xfrm>
        </p:grpSpPr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074CA8DD-89E4-B871-FAB0-119FE8B08AF5}"/>
                </a:ext>
              </a:extLst>
            </p:cNvPr>
            <p:cNvSpPr/>
            <p:nvPr/>
          </p:nvSpPr>
          <p:spPr>
            <a:xfrm>
              <a:off x="2630940" y="3152715"/>
              <a:ext cx="287627" cy="287574"/>
            </a:xfrm>
            <a:custGeom>
              <a:avLst/>
              <a:gdLst>
                <a:gd name="csX0" fmla="*/ 124632 w 287627"/>
                <a:gd name="csY0" fmla="*/ 6554 h 287574"/>
                <a:gd name="csX1" fmla="*/ 124632 w 287627"/>
                <a:gd name="csY1" fmla="*/ 6554 h 287574"/>
                <a:gd name="csX2" fmla="*/ 124419 w 287627"/>
                <a:gd name="csY2" fmla="*/ 7034 h 287574"/>
                <a:gd name="csX3" fmla="*/ 123672 w 287627"/>
                <a:gd name="csY3" fmla="*/ 8579 h 287574"/>
                <a:gd name="csX4" fmla="*/ 120635 w 287627"/>
                <a:gd name="csY4" fmla="*/ 14440 h 287574"/>
                <a:gd name="csX5" fmla="*/ 109659 w 287627"/>
                <a:gd name="csY5" fmla="*/ 34102 h 287574"/>
                <a:gd name="csX6" fmla="*/ 78008 w 287627"/>
                <a:gd name="csY6" fmla="*/ 78008 h 287574"/>
                <a:gd name="csX7" fmla="*/ 34102 w 287627"/>
                <a:gd name="csY7" fmla="*/ 109659 h 287574"/>
                <a:gd name="csX8" fmla="*/ 14440 w 287627"/>
                <a:gd name="csY8" fmla="*/ 120635 h 287574"/>
                <a:gd name="csX9" fmla="*/ 8579 w 287627"/>
                <a:gd name="csY9" fmla="*/ 123672 h 287574"/>
                <a:gd name="csX10" fmla="*/ 7034 w 287627"/>
                <a:gd name="csY10" fmla="*/ 124472 h 287574"/>
                <a:gd name="csX11" fmla="*/ 6661 w 287627"/>
                <a:gd name="csY11" fmla="*/ 124632 h 287574"/>
                <a:gd name="csX12" fmla="*/ 6607 w 287627"/>
                <a:gd name="csY12" fmla="*/ 124632 h 287574"/>
                <a:gd name="csX13" fmla="*/ 6607 w 287627"/>
                <a:gd name="csY13" fmla="*/ 124632 h 287574"/>
                <a:gd name="csX14" fmla="*/ 6607 w 287627"/>
                <a:gd name="csY14" fmla="*/ 124632 h 287574"/>
                <a:gd name="csX15" fmla="*/ 0 w 287627"/>
                <a:gd name="csY15" fmla="*/ 127882 h 287574"/>
                <a:gd name="csX16" fmla="*/ 0 w 287627"/>
                <a:gd name="csY16" fmla="*/ 159693 h 287574"/>
                <a:gd name="csX17" fmla="*/ 6607 w 287627"/>
                <a:gd name="csY17" fmla="*/ 162943 h 287574"/>
                <a:gd name="csX18" fmla="*/ 6607 w 287627"/>
                <a:gd name="csY18" fmla="*/ 162943 h 287574"/>
                <a:gd name="csX19" fmla="*/ 6661 w 287627"/>
                <a:gd name="csY19" fmla="*/ 162943 h 287574"/>
                <a:gd name="csX20" fmla="*/ 7034 w 287627"/>
                <a:gd name="csY20" fmla="*/ 163103 h 287574"/>
                <a:gd name="csX21" fmla="*/ 8579 w 287627"/>
                <a:gd name="csY21" fmla="*/ 163902 h 287574"/>
                <a:gd name="csX22" fmla="*/ 14440 w 287627"/>
                <a:gd name="csY22" fmla="*/ 166939 h 287574"/>
                <a:gd name="csX23" fmla="*/ 34102 w 287627"/>
                <a:gd name="csY23" fmla="*/ 177916 h 287574"/>
                <a:gd name="csX24" fmla="*/ 78008 w 287627"/>
                <a:gd name="csY24" fmla="*/ 209567 h 287574"/>
                <a:gd name="csX25" fmla="*/ 109659 w 287627"/>
                <a:gd name="csY25" fmla="*/ 253473 h 287574"/>
                <a:gd name="csX26" fmla="*/ 120635 w 287627"/>
                <a:gd name="csY26" fmla="*/ 273135 h 287574"/>
                <a:gd name="csX27" fmla="*/ 123672 w 287627"/>
                <a:gd name="csY27" fmla="*/ 278996 h 287574"/>
                <a:gd name="csX28" fmla="*/ 124419 w 287627"/>
                <a:gd name="csY28" fmla="*/ 280541 h 287574"/>
                <a:gd name="csX29" fmla="*/ 124632 w 287627"/>
                <a:gd name="csY29" fmla="*/ 280967 h 287574"/>
                <a:gd name="csX30" fmla="*/ 124632 w 287627"/>
                <a:gd name="csY30" fmla="*/ 280967 h 287574"/>
                <a:gd name="csX31" fmla="*/ 124632 w 287627"/>
                <a:gd name="csY31" fmla="*/ 280967 h 287574"/>
                <a:gd name="csX32" fmla="*/ 127882 w 287627"/>
                <a:gd name="csY32" fmla="*/ 287575 h 287574"/>
                <a:gd name="csX33" fmla="*/ 159693 w 287627"/>
                <a:gd name="csY33" fmla="*/ 287575 h 287574"/>
                <a:gd name="csX34" fmla="*/ 162943 w 287627"/>
                <a:gd name="csY34" fmla="*/ 280967 h 287574"/>
                <a:gd name="csX35" fmla="*/ 162943 w 287627"/>
                <a:gd name="csY35" fmla="*/ 280967 h 287574"/>
                <a:gd name="csX36" fmla="*/ 162943 w 287627"/>
                <a:gd name="csY36" fmla="*/ 280914 h 287574"/>
                <a:gd name="csX37" fmla="*/ 163103 w 287627"/>
                <a:gd name="csY37" fmla="*/ 280541 h 287574"/>
                <a:gd name="csX38" fmla="*/ 163902 w 287627"/>
                <a:gd name="csY38" fmla="*/ 278996 h 287574"/>
                <a:gd name="csX39" fmla="*/ 166939 w 287627"/>
                <a:gd name="csY39" fmla="*/ 273135 h 287574"/>
                <a:gd name="csX40" fmla="*/ 177916 w 287627"/>
                <a:gd name="csY40" fmla="*/ 253473 h 287574"/>
                <a:gd name="csX41" fmla="*/ 209567 w 287627"/>
                <a:gd name="csY41" fmla="*/ 209567 h 287574"/>
                <a:gd name="csX42" fmla="*/ 253473 w 287627"/>
                <a:gd name="csY42" fmla="*/ 177916 h 287574"/>
                <a:gd name="csX43" fmla="*/ 273135 w 287627"/>
                <a:gd name="csY43" fmla="*/ 166939 h 287574"/>
                <a:gd name="csX44" fmla="*/ 278996 w 287627"/>
                <a:gd name="csY44" fmla="*/ 163902 h 287574"/>
                <a:gd name="csX45" fmla="*/ 280541 w 287627"/>
                <a:gd name="csY45" fmla="*/ 163103 h 287574"/>
                <a:gd name="csX46" fmla="*/ 280914 w 287627"/>
                <a:gd name="csY46" fmla="*/ 162943 h 287574"/>
                <a:gd name="csX47" fmla="*/ 281021 w 287627"/>
                <a:gd name="csY47" fmla="*/ 162943 h 287574"/>
                <a:gd name="csX48" fmla="*/ 281021 w 287627"/>
                <a:gd name="csY48" fmla="*/ 162943 h 287574"/>
                <a:gd name="csX49" fmla="*/ 281021 w 287627"/>
                <a:gd name="csY49" fmla="*/ 162943 h 287574"/>
                <a:gd name="csX50" fmla="*/ 287628 w 287627"/>
                <a:gd name="csY50" fmla="*/ 159693 h 287574"/>
                <a:gd name="csX51" fmla="*/ 287628 w 287627"/>
                <a:gd name="csY51" fmla="*/ 127882 h 287574"/>
                <a:gd name="csX52" fmla="*/ 281021 w 287627"/>
                <a:gd name="csY52" fmla="*/ 124632 h 287574"/>
                <a:gd name="csX53" fmla="*/ 281021 w 287627"/>
                <a:gd name="csY53" fmla="*/ 124632 h 287574"/>
                <a:gd name="csX54" fmla="*/ 281021 w 287627"/>
                <a:gd name="csY54" fmla="*/ 124632 h 287574"/>
                <a:gd name="csX55" fmla="*/ 280914 w 287627"/>
                <a:gd name="csY55" fmla="*/ 124632 h 287574"/>
                <a:gd name="csX56" fmla="*/ 280541 w 287627"/>
                <a:gd name="csY56" fmla="*/ 124472 h 287574"/>
                <a:gd name="csX57" fmla="*/ 278996 w 287627"/>
                <a:gd name="csY57" fmla="*/ 123672 h 287574"/>
                <a:gd name="csX58" fmla="*/ 273135 w 287627"/>
                <a:gd name="csY58" fmla="*/ 120635 h 287574"/>
                <a:gd name="csX59" fmla="*/ 253473 w 287627"/>
                <a:gd name="csY59" fmla="*/ 109659 h 287574"/>
                <a:gd name="csX60" fmla="*/ 209567 w 287627"/>
                <a:gd name="csY60" fmla="*/ 78008 h 287574"/>
                <a:gd name="csX61" fmla="*/ 177916 w 287627"/>
                <a:gd name="csY61" fmla="*/ 34102 h 287574"/>
                <a:gd name="csX62" fmla="*/ 166939 w 287627"/>
                <a:gd name="csY62" fmla="*/ 14440 h 287574"/>
                <a:gd name="csX63" fmla="*/ 163902 w 287627"/>
                <a:gd name="csY63" fmla="*/ 8579 h 287574"/>
                <a:gd name="csX64" fmla="*/ 163103 w 287627"/>
                <a:gd name="csY64" fmla="*/ 7034 h 287574"/>
                <a:gd name="csX65" fmla="*/ 162943 w 287627"/>
                <a:gd name="csY65" fmla="*/ 6661 h 287574"/>
                <a:gd name="csX66" fmla="*/ 162943 w 287627"/>
                <a:gd name="csY66" fmla="*/ 6607 h 287574"/>
                <a:gd name="csX67" fmla="*/ 162943 w 287627"/>
                <a:gd name="csY67" fmla="*/ 6607 h 287574"/>
                <a:gd name="csX68" fmla="*/ 159693 w 287627"/>
                <a:gd name="csY68" fmla="*/ 0 h 287574"/>
                <a:gd name="csX69" fmla="*/ 127882 w 287627"/>
                <a:gd name="csY69" fmla="*/ 0 h 287574"/>
                <a:gd name="csX70" fmla="*/ 124632 w 287627"/>
                <a:gd name="csY70" fmla="*/ 6607 h 287574"/>
                <a:gd name="csX71" fmla="*/ 143761 w 287627"/>
                <a:gd name="csY71" fmla="*/ 15932 h 287574"/>
                <a:gd name="csX72" fmla="*/ 192143 w 287627"/>
                <a:gd name="csY72" fmla="*/ 90583 h 287574"/>
                <a:gd name="csX73" fmla="*/ 194540 w 287627"/>
                <a:gd name="csY73" fmla="*/ 93034 h 287574"/>
                <a:gd name="csX74" fmla="*/ 271643 w 287627"/>
                <a:gd name="csY74" fmla="*/ 143814 h 287574"/>
                <a:gd name="csX75" fmla="*/ 196992 w 287627"/>
                <a:gd name="csY75" fmla="*/ 192196 h 287574"/>
                <a:gd name="csX76" fmla="*/ 194540 w 287627"/>
                <a:gd name="csY76" fmla="*/ 194594 h 287574"/>
                <a:gd name="csX77" fmla="*/ 143761 w 287627"/>
                <a:gd name="csY77" fmla="*/ 271696 h 287574"/>
                <a:gd name="csX78" fmla="*/ 92981 w 287627"/>
                <a:gd name="csY78" fmla="*/ 194594 h 287574"/>
                <a:gd name="csX79" fmla="*/ 90530 w 287627"/>
                <a:gd name="csY79" fmla="*/ 192196 h 287574"/>
                <a:gd name="csX80" fmla="*/ 15879 w 287627"/>
                <a:gd name="csY80" fmla="*/ 143814 h 287574"/>
                <a:gd name="csX81" fmla="*/ 90530 w 287627"/>
                <a:gd name="csY81" fmla="*/ 95432 h 287574"/>
                <a:gd name="csX82" fmla="*/ 92981 w 287627"/>
                <a:gd name="csY82" fmla="*/ 93034 h 287574"/>
                <a:gd name="csX83" fmla="*/ 143761 w 287627"/>
                <a:gd name="csY83" fmla="*/ 15932 h 287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87627" h="287574">
                  <a:moveTo>
                    <a:pt x="124632" y="6554"/>
                  </a:moveTo>
                  <a:lnTo>
                    <a:pt x="124632" y="6554"/>
                  </a:lnTo>
                  <a:cubicBezTo>
                    <a:pt x="124632" y="6554"/>
                    <a:pt x="124419" y="7034"/>
                    <a:pt x="124419" y="7034"/>
                  </a:cubicBezTo>
                  <a:cubicBezTo>
                    <a:pt x="124259" y="7353"/>
                    <a:pt x="123992" y="7886"/>
                    <a:pt x="123672" y="8579"/>
                  </a:cubicBezTo>
                  <a:cubicBezTo>
                    <a:pt x="122980" y="9964"/>
                    <a:pt x="121968" y="11936"/>
                    <a:pt x="120635" y="14440"/>
                  </a:cubicBezTo>
                  <a:cubicBezTo>
                    <a:pt x="117971" y="19449"/>
                    <a:pt x="114188" y="26376"/>
                    <a:pt x="109659" y="34102"/>
                  </a:cubicBezTo>
                  <a:cubicBezTo>
                    <a:pt x="100281" y="49927"/>
                    <a:pt x="88718" y="67245"/>
                    <a:pt x="78008" y="78008"/>
                  </a:cubicBezTo>
                  <a:cubicBezTo>
                    <a:pt x="67245" y="88771"/>
                    <a:pt x="49927" y="100334"/>
                    <a:pt x="34102" y="109659"/>
                  </a:cubicBezTo>
                  <a:cubicBezTo>
                    <a:pt x="26429" y="114188"/>
                    <a:pt x="19449" y="117971"/>
                    <a:pt x="14440" y="120635"/>
                  </a:cubicBezTo>
                  <a:cubicBezTo>
                    <a:pt x="11936" y="121967"/>
                    <a:pt x="9911" y="122980"/>
                    <a:pt x="8579" y="123672"/>
                  </a:cubicBezTo>
                  <a:cubicBezTo>
                    <a:pt x="7886" y="123992"/>
                    <a:pt x="7353" y="124259"/>
                    <a:pt x="7034" y="124472"/>
                  </a:cubicBezTo>
                  <a:cubicBezTo>
                    <a:pt x="6874" y="124578"/>
                    <a:pt x="6714" y="124632"/>
                    <a:pt x="6661" y="124632"/>
                  </a:cubicBezTo>
                  <a:cubicBezTo>
                    <a:pt x="6661" y="124632"/>
                    <a:pt x="6607" y="124632"/>
                    <a:pt x="6607" y="124632"/>
                  </a:cubicBezTo>
                  <a:cubicBezTo>
                    <a:pt x="6607" y="124632"/>
                    <a:pt x="6607" y="124632"/>
                    <a:pt x="6607" y="124632"/>
                  </a:cubicBezTo>
                  <a:lnTo>
                    <a:pt x="6607" y="124632"/>
                  </a:lnTo>
                  <a:lnTo>
                    <a:pt x="0" y="127882"/>
                  </a:lnTo>
                  <a:lnTo>
                    <a:pt x="0" y="159693"/>
                  </a:lnTo>
                  <a:lnTo>
                    <a:pt x="6607" y="162943"/>
                  </a:lnTo>
                  <a:lnTo>
                    <a:pt x="6607" y="162943"/>
                  </a:lnTo>
                  <a:cubicBezTo>
                    <a:pt x="6607" y="162943"/>
                    <a:pt x="6607" y="162943"/>
                    <a:pt x="6661" y="162943"/>
                  </a:cubicBezTo>
                  <a:cubicBezTo>
                    <a:pt x="6714" y="162943"/>
                    <a:pt x="6874" y="163050"/>
                    <a:pt x="7034" y="163103"/>
                  </a:cubicBezTo>
                  <a:cubicBezTo>
                    <a:pt x="7353" y="163263"/>
                    <a:pt x="7886" y="163529"/>
                    <a:pt x="8579" y="163902"/>
                  </a:cubicBezTo>
                  <a:cubicBezTo>
                    <a:pt x="9964" y="164595"/>
                    <a:pt x="11936" y="165607"/>
                    <a:pt x="14440" y="166939"/>
                  </a:cubicBezTo>
                  <a:cubicBezTo>
                    <a:pt x="19449" y="169604"/>
                    <a:pt x="26376" y="173387"/>
                    <a:pt x="34102" y="177916"/>
                  </a:cubicBezTo>
                  <a:cubicBezTo>
                    <a:pt x="49927" y="187294"/>
                    <a:pt x="67245" y="198856"/>
                    <a:pt x="78008" y="209567"/>
                  </a:cubicBezTo>
                  <a:cubicBezTo>
                    <a:pt x="88771" y="220330"/>
                    <a:pt x="100334" y="237647"/>
                    <a:pt x="109659" y="253473"/>
                  </a:cubicBezTo>
                  <a:cubicBezTo>
                    <a:pt x="114188" y="261146"/>
                    <a:pt x="118024" y="268126"/>
                    <a:pt x="120635" y="273135"/>
                  </a:cubicBezTo>
                  <a:cubicBezTo>
                    <a:pt x="121968" y="275639"/>
                    <a:pt x="122980" y="277664"/>
                    <a:pt x="123672" y="278996"/>
                  </a:cubicBezTo>
                  <a:cubicBezTo>
                    <a:pt x="124046" y="279689"/>
                    <a:pt x="124259" y="280221"/>
                    <a:pt x="124419" y="280541"/>
                  </a:cubicBezTo>
                  <a:lnTo>
                    <a:pt x="124632" y="280967"/>
                  </a:lnTo>
                  <a:lnTo>
                    <a:pt x="124632" y="280967"/>
                  </a:lnTo>
                  <a:cubicBezTo>
                    <a:pt x="124632" y="280967"/>
                    <a:pt x="124632" y="280967"/>
                    <a:pt x="124632" y="280967"/>
                  </a:cubicBezTo>
                  <a:lnTo>
                    <a:pt x="127882" y="287575"/>
                  </a:lnTo>
                  <a:lnTo>
                    <a:pt x="159693" y="287575"/>
                  </a:lnTo>
                  <a:lnTo>
                    <a:pt x="162943" y="280967"/>
                  </a:lnTo>
                  <a:cubicBezTo>
                    <a:pt x="162943" y="280967"/>
                    <a:pt x="162943" y="280967"/>
                    <a:pt x="162943" y="280967"/>
                  </a:cubicBezTo>
                  <a:cubicBezTo>
                    <a:pt x="162943" y="280967"/>
                    <a:pt x="162943" y="280967"/>
                    <a:pt x="162943" y="280914"/>
                  </a:cubicBezTo>
                  <a:cubicBezTo>
                    <a:pt x="162943" y="280861"/>
                    <a:pt x="163050" y="280701"/>
                    <a:pt x="163103" y="280541"/>
                  </a:cubicBezTo>
                  <a:cubicBezTo>
                    <a:pt x="163263" y="280221"/>
                    <a:pt x="163529" y="279689"/>
                    <a:pt x="163902" y="278996"/>
                  </a:cubicBezTo>
                  <a:cubicBezTo>
                    <a:pt x="164595" y="277610"/>
                    <a:pt x="165607" y="275639"/>
                    <a:pt x="166939" y="273135"/>
                  </a:cubicBezTo>
                  <a:cubicBezTo>
                    <a:pt x="169604" y="268126"/>
                    <a:pt x="173387" y="261199"/>
                    <a:pt x="177916" y="253473"/>
                  </a:cubicBezTo>
                  <a:cubicBezTo>
                    <a:pt x="187294" y="237647"/>
                    <a:pt x="198856" y="220330"/>
                    <a:pt x="209567" y="209567"/>
                  </a:cubicBezTo>
                  <a:cubicBezTo>
                    <a:pt x="220330" y="198803"/>
                    <a:pt x="237647" y="187241"/>
                    <a:pt x="253473" y="177916"/>
                  </a:cubicBezTo>
                  <a:cubicBezTo>
                    <a:pt x="261146" y="173387"/>
                    <a:pt x="268126" y="169604"/>
                    <a:pt x="273135" y="166939"/>
                  </a:cubicBezTo>
                  <a:cubicBezTo>
                    <a:pt x="275639" y="165607"/>
                    <a:pt x="277664" y="164595"/>
                    <a:pt x="278996" y="163902"/>
                  </a:cubicBezTo>
                  <a:cubicBezTo>
                    <a:pt x="279688" y="163582"/>
                    <a:pt x="280168" y="163316"/>
                    <a:pt x="280541" y="163103"/>
                  </a:cubicBezTo>
                  <a:cubicBezTo>
                    <a:pt x="280701" y="162996"/>
                    <a:pt x="280808" y="162943"/>
                    <a:pt x="280914" y="162943"/>
                  </a:cubicBezTo>
                  <a:cubicBezTo>
                    <a:pt x="280914" y="162943"/>
                    <a:pt x="280967" y="162943"/>
                    <a:pt x="281021" y="162943"/>
                  </a:cubicBezTo>
                  <a:cubicBezTo>
                    <a:pt x="281021" y="162943"/>
                    <a:pt x="281021" y="162943"/>
                    <a:pt x="281021" y="162943"/>
                  </a:cubicBezTo>
                  <a:lnTo>
                    <a:pt x="281021" y="162943"/>
                  </a:lnTo>
                  <a:lnTo>
                    <a:pt x="287628" y="159693"/>
                  </a:lnTo>
                  <a:lnTo>
                    <a:pt x="287628" y="127882"/>
                  </a:lnTo>
                  <a:lnTo>
                    <a:pt x="281021" y="124632"/>
                  </a:lnTo>
                  <a:lnTo>
                    <a:pt x="281021" y="124632"/>
                  </a:lnTo>
                  <a:cubicBezTo>
                    <a:pt x="281021" y="124632"/>
                    <a:pt x="281021" y="124632"/>
                    <a:pt x="281021" y="124632"/>
                  </a:cubicBezTo>
                  <a:cubicBezTo>
                    <a:pt x="281021" y="124632"/>
                    <a:pt x="281021" y="124632"/>
                    <a:pt x="280914" y="124632"/>
                  </a:cubicBezTo>
                  <a:cubicBezTo>
                    <a:pt x="280861" y="124632"/>
                    <a:pt x="280701" y="124525"/>
                    <a:pt x="280541" y="124472"/>
                  </a:cubicBezTo>
                  <a:cubicBezTo>
                    <a:pt x="280221" y="124312"/>
                    <a:pt x="279688" y="124045"/>
                    <a:pt x="278996" y="123672"/>
                  </a:cubicBezTo>
                  <a:cubicBezTo>
                    <a:pt x="277610" y="122980"/>
                    <a:pt x="275639" y="121967"/>
                    <a:pt x="273135" y="120635"/>
                  </a:cubicBezTo>
                  <a:cubicBezTo>
                    <a:pt x="268126" y="117971"/>
                    <a:pt x="261199" y="114188"/>
                    <a:pt x="253473" y="109659"/>
                  </a:cubicBezTo>
                  <a:cubicBezTo>
                    <a:pt x="237647" y="100281"/>
                    <a:pt x="220330" y="88718"/>
                    <a:pt x="209567" y="78008"/>
                  </a:cubicBezTo>
                  <a:cubicBezTo>
                    <a:pt x="198803" y="67245"/>
                    <a:pt x="187241" y="49927"/>
                    <a:pt x="177916" y="34102"/>
                  </a:cubicBezTo>
                  <a:cubicBezTo>
                    <a:pt x="173387" y="26429"/>
                    <a:pt x="169604" y="19449"/>
                    <a:pt x="166939" y="14440"/>
                  </a:cubicBezTo>
                  <a:cubicBezTo>
                    <a:pt x="165607" y="11936"/>
                    <a:pt x="164595" y="9911"/>
                    <a:pt x="163902" y="8579"/>
                  </a:cubicBezTo>
                  <a:cubicBezTo>
                    <a:pt x="163529" y="7886"/>
                    <a:pt x="163316" y="7353"/>
                    <a:pt x="163103" y="7034"/>
                  </a:cubicBezTo>
                  <a:cubicBezTo>
                    <a:pt x="162996" y="6874"/>
                    <a:pt x="162943" y="6714"/>
                    <a:pt x="162943" y="6661"/>
                  </a:cubicBezTo>
                  <a:cubicBezTo>
                    <a:pt x="162943" y="6661"/>
                    <a:pt x="162943" y="6607"/>
                    <a:pt x="162943" y="6607"/>
                  </a:cubicBezTo>
                  <a:cubicBezTo>
                    <a:pt x="162943" y="6607"/>
                    <a:pt x="162943" y="6607"/>
                    <a:pt x="162943" y="6607"/>
                  </a:cubicBezTo>
                  <a:lnTo>
                    <a:pt x="159693" y="0"/>
                  </a:lnTo>
                  <a:lnTo>
                    <a:pt x="127882" y="0"/>
                  </a:lnTo>
                  <a:lnTo>
                    <a:pt x="124632" y="6607"/>
                  </a:lnTo>
                  <a:close/>
                  <a:moveTo>
                    <a:pt x="143761" y="15932"/>
                  </a:moveTo>
                  <a:cubicBezTo>
                    <a:pt x="143921" y="16198"/>
                    <a:pt x="167579" y="64421"/>
                    <a:pt x="192143" y="90583"/>
                  </a:cubicBezTo>
                  <a:lnTo>
                    <a:pt x="194540" y="93034"/>
                  </a:lnTo>
                  <a:cubicBezTo>
                    <a:pt x="220064" y="118504"/>
                    <a:pt x="271643" y="143814"/>
                    <a:pt x="271643" y="143814"/>
                  </a:cubicBezTo>
                  <a:cubicBezTo>
                    <a:pt x="271643" y="143814"/>
                    <a:pt x="223207" y="167525"/>
                    <a:pt x="196992" y="192196"/>
                  </a:cubicBezTo>
                  <a:lnTo>
                    <a:pt x="194540" y="194594"/>
                  </a:lnTo>
                  <a:cubicBezTo>
                    <a:pt x="169124" y="220010"/>
                    <a:pt x="143921" y="271429"/>
                    <a:pt x="143761" y="271696"/>
                  </a:cubicBezTo>
                  <a:cubicBezTo>
                    <a:pt x="143654" y="271536"/>
                    <a:pt x="118451" y="220064"/>
                    <a:pt x="92981" y="194594"/>
                  </a:cubicBezTo>
                  <a:lnTo>
                    <a:pt x="90530" y="192196"/>
                  </a:lnTo>
                  <a:cubicBezTo>
                    <a:pt x="64421" y="167632"/>
                    <a:pt x="16198" y="143974"/>
                    <a:pt x="15879" y="143814"/>
                  </a:cubicBezTo>
                  <a:cubicBezTo>
                    <a:pt x="16198" y="143654"/>
                    <a:pt x="64421" y="119996"/>
                    <a:pt x="90530" y="95432"/>
                  </a:cubicBezTo>
                  <a:lnTo>
                    <a:pt x="92981" y="93034"/>
                  </a:lnTo>
                  <a:cubicBezTo>
                    <a:pt x="118451" y="67564"/>
                    <a:pt x="143654" y="16092"/>
                    <a:pt x="143761" y="1593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4C507C80-24BB-9FD6-85F4-6609A45106CF}"/>
                </a:ext>
              </a:extLst>
            </p:cNvPr>
            <p:cNvSpPr/>
            <p:nvPr/>
          </p:nvSpPr>
          <p:spPr>
            <a:xfrm>
              <a:off x="2630940" y="3152715"/>
              <a:ext cx="287627" cy="287574"/>
            </a:xfrm>
            <a:custGeom>
              <a:avLst/>
              <a:gdLst>
                <a:gd name="csX0" fmla="*/ 124632 w 287627"/>
                <a:gd name="csY0" fmla="*/ 6554 h 287574"/>
                <a:gd name="csX1" fmla="*/ 124632 w 287627"/>
                <a:gd name="csY1" fmla="*/ 6554 h 287574"/>
                <a:gd name="csX2" fmla="*/ 124419 w 287627"/>
                <a:gd name="csY2" fmla="*/ 7034 h 287574"/>
                <a:gd name="csX3" fmla="*/ 123672 w 287627"/>
                <a:gd name="csY3" fmla="*/ 8579 h 287574"/>
                <a:gd name="csX4" fmla="*/ 120635 w 287627"/>
                <a:gd name="csY4" fmla="*/ 14440 h 287574"/>
                <a:gd name="csX5" fmla="*/ 109659 w 287627"/>
                <a:gd name="csY5" fmla="*/ 34102 h 287574"/>
                <a:gd name="csX6" fmla="*/ 78008 w 287627"/>
                <a:gd name="csY6" fmla="*/ 78008 h 287574"/>
                <a:gd name="csX7" fmla="*/ 34102 w 287627"/>
                <a:gd name="csY7" fmla="*/ 109659 h 287574"/>
                <a:gd name="csX8" fmla="*/ 14440 w 287627"/>
                <a:gd name="csY8" fmla="*/ 120635 h 287574"/>
                <a:gd name="csX9" fmla="*/ 8579 w 287627"/>
                <a:gd name="csY9" fmla="*/ 123672 h 287574"/>
                <a:gd name="csX10" fmla="*/ 7034 w 287627"/>
                <a:gd name="csY10" fmla="*/ 124472 h 287574"/>
                <a:gd name="csX11" fmla="*/ 6661 w 287627"/>
                <a:gd name="csY11" fmla="*/ 124632 h 287574"/>
                <a:gd name="csX12" fmla="*/ 6607 w 287627"/>
                <a:gd name="csY12" fmla="*/ 124632 h 287574"/>
                <a:gd name="csX13" fmla="*/ 6607 w 287627"/>
                <a:gd name="csY13" fmla="*/ 124632 h 287574"/>
                <a:gd name="csX14" fmla="*/ 6607 w 287627"/>
                <a:gd name="csY14" fmla="*/ 124632 h 287574"/>
                <a:gd name="csX15" fmla="*/ 0 w 287627"/>
                <a:gd name="csY15" fmla="*/ 127882 h 287574"/>
                <a:gd name="csX16" fmla="*/ 0 w 287627"/>
                <a:gd name="csY16" fmla="*/ 159693 h 287574"/>
                <a:gd name="csX17" fmla="*/ 6607 w 287627"/>
                <a:gd name="csY17" fmla="*/ 162943 h 287574"/>
                <a:gd name="csX18" fmla="*/ 6607 w 287627"/>
                <a:gd name="csY18" fmla="*/ 162943 h 287574"/>
                <a:gd name="csX19" fmla="*/ 6661 w 287627"/>
                <a:gd name="csY19" fmla="*/ 162943 h 287574"/>
                <a:gd name="csX20" fmla="*/ 7034 w 287627"/>
                <a:gd name="csY20" fmla="*/ 163103 h 287574"/>
                <a:gd name="csX21" fmla="*/ 8579 w 287627"/>
                <a:gd name="csY21" fmla="*/ 163902 h 287574"/>
                <a:gd name="csX22" fmla="*/ 14440 w 287627"/>
                <a:gd name="csY22" fmla="*/ 166939 h 287574"/>
                <a:gd name="csX23" fmla="*/ 34102 w 287627"/>
                <a:gd name="csY23" fmla="*/ 177916 h 287574"/>
                <a:gd name="csX24" fmla="*/ 78008 w 287627"/>
                <a:gd name="csY24" fmla="*/ 209567 h 287574"/>
                <a:gd name="csX25" fmla="*/ 109659 w 287627"/>
                <a:gd name="csY25" fmla="*/ 253473 h 287574"/>
                <a:gd name="csX26" fmla="*/ 120635 w 287627"/>
                <a:gd name="csY26" fmla="*/ 273135 h 287574"/>
                <a:gd name="csX27" fmla="*/ 123672 w 287627"/>
                <a:gd name="csY27" fmla="*/ 278996 h 287574"/>
                <a:gd name="csX28" fmla="*/ 124419 w 287627"/>
                <a:gd name="csY28" fmla="*/ 280541 h 287574"/>
                <a:gd name="csX29" fmla="*/ 124632 w 287627"/>
                <a:gd name="csY29" fmla="*/ 280967 h 287574"/>
                <a:gd name="csX30" fmla="*/ 124632 w 287627"/>
                <a:gd name="csY30" fmla="*/ 280967 h 287574"/>
                <a:gd name="csX31" fmla="*/ 124632 w 287627"/>
                <a:gd name="csY31" fmla="*/ 280967 h 287574"/>
                <a:gd name="csX32" fmla="*/ 127882 w 287627"/>
                <a:gd name="csY32" fmla="*/ 287575 h 287574"/>
                <a:gd name="csX33" fmla="*/ 159693 w 287627"/>
                <a:gd name="csY33" fmla="*/ 287575 h 287574"/>
                <a:gd name="csX34" fmla="*/ 162943 w 287627"/>
                <a:gd name="csY34" fmla="*/ 280967 h 287574"/>
                <a:gd name="csX35" fmla="*/ 162943 w 287627"/>
                <a:gd name="csY35" fmla="*/ 280967 h 287574"/>
                <a:gd name="csX36" fmla="*/ 162943 w 287627"/>
                <a:gd name="csY36" fmla="*/ 280914 h 287574"/>
                <a:gd name="csX37" fmla="*/ 163103 w 287627"/>
                <a:gd name="csY37" fmla="*/ 280541 h 287574"/>
                <a:gd name="csX38" fmla="*/ 163902 w 287627"/>
                <a:gd name="csY38" fmla="*/ 278996 h 287574"/>
                <a:gd name="csX39" fmla="*/ 166939 w 287627"/>
                <a:gd name="csY39" fmla="*/ 273135 h 287574"/>
                <a:gd name="csX40" fmla="*/ 177916 w 287627"/>
                <a:gd name="csY40" fmla="*/ 253473 h 287574"/>
                <a:gd name="csX41" fmla="*/ 209567 w 287627"/>
                <a:gd name="csY41" fmla="*/ 209567 h 287574"/>
                <a:gd name="csX42" fmla="*/ 253473 w 287627"/>
                <a:gd name="csY42" fmla="*/ 177916 h 287574"/>
                <a:gd name="csX43" fmla="*/ 273135 w 287627"/>
                <a:gd name="csY43" fmla="*/ 166939 h 287574"/>
                <a:gd name="csX44" fmla="*/ 278996 w 287627"/>
                <a:gd name="csY44" fmla="*/ 163902 h 287574"/>
                <a:gd name="csX45" fmla="*/ 280541 w 287627"/>
                <a:gd name="csY45" fmla="*/ 163103 h 287574"/>
                <a:gd name="csX46" fmla="*/ 280914 w 287627"/>
                <a:gd name="csY46" fmla="*/ 162943 h 287574"/>
                <a:gd name="csX47" fmla="*/ 281021 w 287627"/>
                <a:gd name="csY47" fmla="*/ 162943 h 287574"/>
                <a:gd name="csX48" fmla="*/ 281021 w 287627"/>
                <a:gd name="csY48" fmla="*/ 162943 h 287574"/>
                <a:gd name="csX49" fmla="*/ 281021 w 287627"/>
                <a:gd name="csY49" fmla="*/ 162943 h 287574"/>
                <a:gd name="csX50" fmla="*/ 287628 w 287627"/>
                <a:gd name="csY50" fmla="*/ 159693 h 287574"/>
                <a:gd name="csX51" fmla="*/ 287628 w 287627"/>
                <a:gd name="csY51" fmla="*/ 127882 h 287574"/>
                <a:gd name="csX52" fmla="*/ 281021 w 287627"/>
                <a:gd name="csY52" fmla="*/ 124632 h 287574"/>
                <a:gd name="csX53" fmla="*/ 281021 w 287627"/>
                <a:gd name="csY53" fmla="*/ 124632 h 287574"/>
                <a:gd name="csX54" fmla="*/ 281021 w 287627"/>
                <a:gd name="csY54" fmla="*/ 124632 h 287574"/>
                <a:gd name="csX55" fmla="*/ 280914 w 287627"/>
                <a:gd name="csY55" fmla="*/ 124632 h 287574"/>
                <a:gd name="csX56" fmla="*/ 280541 w 287627"/>
                <a:gd name="csY56" fmla="*/ 124472 h 287574"/>
                <a:gd name="csX57" fmla="*/ 278996 w 287627"/>
                <a:gd name="csY57" fmla="*/ 123672 h 287574"/>
                <a:gd name="csX58" fmla="*/ 273135 w 287627"/>
                <a:gd name="csY58" fmla="*/ 120635 h 287574"/>
                <a:gd name="csX59" fmla="*/ 253473 w 287627"/>
                <a:gd name="csY59" fmla="*/ 109659 h 287574"/>
                <a:gd name="csX60" fmla="*/ 209567 w 287627"/>
                <a:gd name="csY60" fmla="*/ 78008 h 287574"/>
                <a:gd name="csX61" fmla="*/ 177916 w 287627"/>
                <a:gd name="csY61" fmla="*/ 34102 h 287574"/>
                <a:gd name="csX62" fmla="*/ 166939 w 287627"/>
                <a:gd name="csY62" fmla="*/ 14440 h 287574"/>
                <a:gd name="csX63" fmla="*/ 163902 w 287627"/>
                <a:gd name="csY63" fmla="*/ 8579 h 287574"/>
                <a:gd name="csX64" fmla="*/ 163103 w 287627"/>
                <a:gd name="csY64" fmla="*/ 7034 h 287574"/>
                <a:gd name="csX65" fmla="*/ 162943 w 287627"/>
                <a:gd name="csY65" fmla="*/ 6661 h 287574"/>
                <a:gd name="csX66" fmla="*/ 162943 w 287627"/>
                <a:gd name="csY66" fmla="*/ 6607 h 287574"/>
                <a:gd name="csX67" fmla="*/ 162943 w 287627"/>
                <a:gd name="csY67" fmla="*/ 6607 h 287574"/>
                <a:gd name="csX68" fmla="*/ 159693 w 287627"/>
                <a:gd name="csY68" fmla="*/ 0 h 287574"/>
                <a:gd name="csX69" fmla="*/ 127882 w 287627"/>
                <a:gd name="csY69" fmla="*/ 0 h 287574"/>
                <a:gd name="csX70" fmla="*/ 124632 w 287627"/>
                <a:gd name="csY70" fmla="*/ 6607 h 287574"/>
                <a:gd name="csX71" fmla="*/ 143761 w 287627"/>
                <a:gd name="csY71" fmla="*/ 15932 h 287574"/>
                <a:gd name="csX72" fmla="*/ 192143 w 287627"/>
                <a:gd name="csY72" fmla="*/ 90583 h 287574"/>
                <a:gd name="csX73" fmla="*/ 194540 w 287627"/>
                <a:gd name="csY73" fmla="*/ 93034 h 287574"/>
                <a:gd name="csX74" fmla="*/ 271643 w 287627"/>
                <a:gd name="csY74" fmla="*/ 143814 h 287574"/>
                <a:gd name="csX75" fmla="*/ 196992 w 287627"/>
                <a:gd name="csY75" fmla="*/ 192196 h 287574"/>
                <a:gd name="csX76" fmla="*/ 194540 w 287627"/>
                <a:gd name="csY76" fmla="*/ 194594 h 287574"/>
                <a:gd name="csX77" fmla="*/ 143761 w 287627"/>
                <a:gd name="csY77" fmla="*/ 271696 h 287574"/>
                <a:gd name="csX78" fmla="*/ 92981 w 287627"/>
                <a:gd name="csY78" fmla="*/ 194594 h 287574"/>
                <a:gd name="csX79" fmla="*/ 90530 w 287627"/>
                <a:gd name="csY79" fmla="*/ 192196 h 287574"/>
                <a:gd name="csX80" fmla="*/ 15879 w 287627"/>
                <a:gd name="csY80" fmla="*/ 143814 h 287574"/>
                <a:gd name="csX81" fmla="*/ 90530 w 287627"/>
                <a:gd name="csY81" fmla="*/ 95432 h 287574"/>
                <a:gd name="csX82" fmla="*/ 92981 w 287627"/>
                <a:gd name="csY82" fmla="*/ 93034 h 287574"/>
                <a:gd name="csX83" fmla="*/ 143761 w 287627"/>
                <a:gd name="csY83" fmla="*/ 15932 h 287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87627" h="287574">
                  <a:moveTo>
                    <a:pt x="124632" y="6554"/>
                  </a:moveTo>
                  <a:lnTo>
                    <a:pt x="124632" y="6554"/>
                  </a:lnTo>
                  <a:cubicBezTo>
                    <a:pt x="124632" y="6554"/>
                    <a:pt x="124419" y="7034"/>
                    <a:pt x="124419" y="7034"/>
                  </a:cubicBezTo>
                  <a:cubicBezTo>
                    <a:pt x="124259" y="7353"/>
                    <a:pt x="123992" y="7886"/>
                    <a:pt x="123672" y="8579"/>
                  </a:cubicBezTo>
                  <a:cubicBezTo>
                    <a:pt x="122980" y="9964"/>
                    <a:pt x="121968" y="11936"/>
                    <a:pt x="120635" y="14440"/>
                  </a:cubicBezTo>
                  <a:cubicBezTo>
                    <a:pt x="117971" y="19449"/>
                    <a:pt x="114188" y="26376"/>
                    <a:pt x="109659" y="34102"/>
                  </a:cubicBezTo>
                  <a:cubicBezTo>
                    <a:pt x="100281" y="49927"/>
                    <a:pt x="88718" y="67245"/>
                    <a:pt x="78008" y="78008"/>
                  </a:cubicBezTo>
                  <a:cubicBezTo>
                    <a:pt x="67245" y="88771"/>
                    <a:pt x="49927" y="100334"/>
                    <a:pt x="34102" y="109659"/>
                  </a:cubicBezTo>
                  <a:cubicBezTo>
                    <a:pt x="26429" y="114188"/>
                    <a:pt x="19449" y="117971"/>
                    <a:pt x="14440" y="120635"/>
                  </a:cubicBezTo>
                  <a:cubicBezTo>
                    <a:pt x="11936" y="121967"/>
                    <a:pt x="9911" y="122980"/>
                    <a:pt x="8579" y="123672"/>
                  </a:cubicBezTo>
                  <a:cubicBezTo>
                    <a:pt x="7886" y="123992"/>
                    <a:pt x="7353" y="124259"/>
                    <a:pt x="7034" y="124472"/>
                  </a:cubicBezTo>
                  <a:cubicBezTo>
                    <a:pt x="6874" y="124578"/>
                    <a:pt x="6714" y="124632"/>
                    <a:pt x="6661" y="124632"/>
                  </a:cubicBezTo>
                  <a:cubicBezTo>
                    <a:pt x="6661" y="124632"/>
                    <a:pt x="6607" y="124632"/>
                    <a:pt x="6607" y="124632"/>
                  </a:cubicBezTo>
                  <a:cubicBezTo>
                    <a:pt x="6607" y="124632"/>
                    <a:pt x="6607" y="124632"/>
                    <a:pt x="6607" y="124632"/>
                  </a:cubicBezTo>
                  <a:lnTo>
                    <a:pt x="6607" y="124632"/>
                  </a:lnTo>
                  <a:lnTo>
                    <a:pt x="0" y="127882"/>
                  </a:lnTo>
                  <a:lnTo>
                    <a:pt x="0" y="159693"/>
                  </a:lnTo>
                  <a:lnTo>
                    <a:pt x="6607" y="162943"/>
                  </a:lnTo>
                  <a:lnTo>
                    <a:pt x="6607" y="162943"/>
                  </a:lnTo>
                  <a:cubicBezTo>
                    <a:pt x="6607" y="162943"/>
                    <a:pt x="6607" y="162943"/>
                    <a:pt x="6661" y="162943"/>
                  </a:cubicBezTo>
                  <a:cubicBezTo>
                    <a:pt x="6714" y="162943"/>
                    <a:pt x="6874" y="163050"/>
                    <a:pt x="7034" y="163103"/>
                  </a:cubicBezTo>
                  <a:cubicBezTo>
                    <a:pt x="7353" y="163263"/>
                    <a:pt x="7886" y="163529"/>
                    <a:pt x="8579" y="163902"/>
                  </a:cubicBezTo>
                  <a:cubicBezTo>
                    <a:pt x="9964" y="164595"/>
                    <a:pt x="11936" y="165607"/>
                    <a:pt x="14440" y="166939"/>
                  </a:cubicBezTo>
                  <a:cubicBezTo>
                    <a:pt x="19449" y="169604"/>
                    <a:pt x="26376" y="173387"/>
                    <a:pt x="34102" y="177916"/>
                  </a:cubicBezTo>
                  <a:cubicBezTo>
                    <a:pt x="49927" y="187294"/>
                    <a:pt x="67245" y="198856"/>
                    <a:pt x="78008" y="209567"/>
                  </a:cubicBezTo>
                  <a:cubicBezTo>
                    <a:pt x="88771" y="220330"/>
                    <a:pt x="100334" y="237647"/>
                    <a:pt x="109659" y="253473"/>
                  </a:cubicBezTo>
                  <a:cubicBezTo>
                    <a:pt x="114188" y="261146"/>
                    <a:pt x="118024" y="268126"/>
                    <a:pt x="120635" y="273135"/>
                  </a:cubicBezTo>
                  <a:cubicBezTo>
                    <a:pt x="121968" y="275639"/>
                    <a:pt x="122980" y="277664"/>
                    <a:pt x="123672" y="278996"/>
                  </a:cubicBezTo>
                  <a:cubicBezTo>
                    <a:pt x="124046" y="279689"/>
                    <a:pt x="124259" y="280221"/>
                    <a:pt x="124419" y="280541"/>
                  </a:cubicBezTo>
                  <a:lnTo>
                    <a:pt x="124632" y="280967"/>
                  </a:lnTo>
                  <a:lnTo>
                    <a:pt x="124632" y="280967"/>
                  </a:lnTo>
                  <a:cubicBezTo>
                    <a:pt x="124632" y="280967"/>
                    <a:pt x="124632" y="280967"/>
                    <a:pt x="124632" y="280967"/>
                  </a:cubicBezTo>
                  <a:lnTo>
                    <a:pt x="127882" y="287575"/>
                  </a:lnTo>
                  <a:lnTo>
                    <a:pt x="159693" y="287575"/>
                  </a:lnTo>
                  <a:lnTo>
                    <a:pt x="162943" y="280967"/>
                  </a:lnTo>
                  <a:cubicBezTo>
                    <a:pt x="162943" y="280967"/>
                    <a:pt x="162943" y="280967"/>
                    <a:pt x="162943" y="280967"/>
                  </a:cubicBezTo>
                  <a:cubicBezTo>
                    <a:pt x="162943" y="280967"/>
                    <a:pt x="162943" y="280967"/>
                    <a:pt x="162943" y="280914"/>
                  </a:cubicBezTo>
                  <a:cubicBezTo>
                    <a:pt x="162943" y="280861"/>
                    <a:pt x="163050" y="280701"/>
                    <a:pt x="163103" y="280541"/>
                  </a:cubicBezTo>
                  <a:cubicBezTo>
                    <a:pt x="163263" y="280221"/>
                    <a:pt x="163529" y="279689"/>
                    <a:pt x="163902" y="278996"/>
                  </a:cubicBezTo>
                  <a:cubicBezTo>
                    <a:pt x="164595" y="277610"/>
                    <a:pt x="165607" y="275639"/>
                    <a:pt x="166939" y="273135"/>
                  </a:cubicBezTo>
                  <a:cubicBezTo>
                    <a:pt x="169604" y="268126"/>
                    <a:pt x="173387" y="261199"/>
                    <a:pt x="177916" y="253473"/>
                  </a:cubicBezTo>
                  <a:cubicBezTo>
                    <a:pt x="187294" y="237647"/>
                    <a:pt x="198856" y="220330"/>
                    <a:pt x="209567" y="209567"/>
                  </a:cubicBezTo>
                  <a:cubicBezTo>
                    <a:pt x="220330" y="198803"/>
                    <a:pt x="237647" y="187241"/>
                    <a:pt x="253473" y="177916"/>
                  </a:cubicBezTo>
                  <a:cubicBezTo>
                    <a:pt x="261146" y="173387"/>
                    <a:pt x="268126" y="169604"/>
                    <a:pt x="273135" y="166939"/>
                  </a:cubicBezTo>
                  <a:cubicBezTo>
                    <a:pt x="275639" y="165607"/>
                    <a:pt x="277664" y="164595"/>
                    <a:pt x="278996" y="163902"/>
                  </a:cubicBezTo>
                  <a:cubicBezTo>
                    <a:pt x="279688" y="163582"/>
                    <a:pt x="280168" y="163316"/>
                    <a:pt x="280541" y="163103"/>
                  </a:cubicBezTo>
                  <a:cubicBezTo>
                    <a:pt x="280701" y="162996"/>
                    <a:pt x="280808" y="162943"/>
                    <a:pt x="280914" y="162943"/>
                  </a:cubicBezTo>
                  <a:cubicBezTo>
                    <a:pt x="280914" y="162943"/>
                    <a:pt x="280967" y="162943"/>
                    <a:pt x="281021" y="162943"/>
                  </a:cubicBezTo>
                  <a:cubicBezTo>
                    <a:pt x="281021" y="162943"/>
                    <a:pt x="281021" y="162943"/>
                    <a:pt x="281021" y="162943"/>
                  </a:cubicBezTo>
                  <a:lnTo>
                    <a:pt x="281021" y="162943"/>
                  </a:lnTo>
                  <a:lnTo>
                    <a:pt x="287628" y="159693"/>
                  </a:lnTo>
                  <a:lnTo>
                    <a:pt x="287628" y="127882"/>
                  </a:lnTo>
                  <a:lnTo>
                    <a:pt x="281021" y="124632"/>
                  </a:lnTo>
                  <a:lnTo>
                    <a:pt x="281021" y="124632"/>
                  </a:lnTo>
                  <a:cubicBezTo>
                    <a:pt x="281021" y="124632"/>
                    <a:pt x="281021" y="124632"/>
                    <a:pt x="281021" y="124632"/>
                  </a:cubicBezTo>
                  <a:cubicBezTo>
                    <a:pt x="281021" y="124632"/>
                    <a:pt x="281021" y="124632"/>
                    <a:pt x="280914" y="124632"/>
                  </a:cubicBezTo>
                  <a:cubicBezTo>
                    <a:pt x="280861" y="124632"/>
                    <a:pt x="280701" y="124525"/>
                    <a:pt x="280541" y="124472"/>
                  </a:cubicBezTo>
                  <a:cubicBezTo>
                    <a:pt x="280221" y="124312"/>
                    <a:pt x="279688" y="124045"/>
                    <a:pt x="278996" y="123672"/>
                  </a:cubicBezTo>
                  <a:cubicBezTo>
                    <a:pt x="277610" y="122980"/>
                    <a:pt x="275639" y="121967"/>
                    <a:pt x="273135" y="120635"/>
                  </a:cubicBezTo>
                  <a:cubicBezTo>
                    <a:pt x="268126" y="117971"/>
                    <a:pt x="261199" y="114188"/>
                    <a:pt x="253473" y="109659"/>
                  </a:cubicBezTo>
                  <a:cubicBezTo>
                    <a:pt x="237647" y="100281"/>
                    <a:pt x="220330" y="88718"/>
                    <a:pt x="209567" y="78008"/>
                  </a:cubicBezTo>
                  <a:cubicBezTo>
                    <a:pt x="198803" y="67245"/>
                    <a:pt x="187241" y="49927"/>
                    <a:pt x="177916" y="34102"/>
                  </a:cubicBezTo>
                  <a:cubicBezTo>
                    <a:pt x="173387" y="26429"/>
                    <a:pt x="169604" y="19449"/>
                    <a:pt x="166939" y="14440"/>
                  </a:cubicBezTo>
                  <a:cubicBezTo>
                    <a:pt x="165607" y="11936"/>
                    <a:pt x="164595" y="9911"/>
                    <a:pt x="163902" y="8579"/>
                  </a:cubicBezTo>
                  <a:cubicBezTo>
                    <a:pt x="163529" y="7886"/>
                    <a:pt x="163316" y="7353"/>
                    <a:pt x="163103" y="7034"/>
                  </a:cubicBezTo>
                  <a:cubicBezTo>
                    <a:pt x="162996" y="6874"/>
                    <a:pt x="162943" y="6714"/>
                    <a:pt x="162943" y="6661"/>
                  </a:cubicBezTo>
                  <a:cubicBezTo>
                    <a:pt x="162943" y="6661"/>
                    <a:pt x="162943" y="6607"/>
                    <a:pt x="162943" y="6607"/>
                  </a:cubicBezTo>
                  <a:cubicBezTo>
                    <a:pt x="162943" y="6607"/>
                    <a:pt x="162943" y="6607"/>
                    <a:pt x="162943" y="6607"/>
                  </a:cubicBezTo>
                  <a:lnTo>
                    <a:pt x="159693" y="0"/>
                  </a:lnTo>
                  <a:lnTo>
                    <a:pt x="127882" y="0"/>
                  </a:lnTo>
                  <a:lnTo>
                    <a:pt x="124632" y="6607"/>
                  </a:lnTo>
                  <a:close/>
                  <a:moveTo>
                    <a:pt x="143761" y="15932"/>
                  </a:moveTo>
                  <a:cubicBezTo>
                    <a:pt x="143921" y="16198"/>
                    <a:pt x="167579" y="64421"/>
                    <a:pt x="192143" y="90583"/>
                  </a:cubicBezTo>
                  <a:lnTo>
                    <a:pt x="194540" y="93034"/>
                  </a:lnTo>
                  <a:cubicBezTo>
                    <a:pt x="220064" y="118504"/>
                    <a:pt x="271643" y="143814"/>
                    <a:pt x="271643" y="143814"/>
                  </a:cubicBezTo>
                  <a:cubicBezTo>
                    <a:pt x="271643" y="143814"/>
                    <a:pt x="223207" y="167525"/>
                    <a:pt x="196992" y="192196"/>
                  </a:cubicBezTo>
                  <a:lnTo>
                    <a:pt x="194540" y="194594"/>
                  </a:lnTo>
                  <a:cubicBezTo>
                    <a:pt x="169124" y="220010"/>
                    <a:pt x="143921" y="271429"/>
                    <a:pt x="143761" y="271696"/>
                  </a:cubicBezTo>
                  <a:cubicBezTo>
                    <a:pt x="143654" y="271536"/>
                    <a:pt x="118451" y="220064"/>
                    <a:pt x="92981" y="194594"/>
                  </a:cubicBezTo>
                  <a:lnTo>
                    <a:pt x="90530" y="192196"/>
                  </a:lnTo>
                  <a:cubicBezTo>
                    <a:pt x="64421" y="167632"/>
                    <a:pt x="16198" y="143974"/>
                    <a:pt x="15879" y="143814"/>
                  </a:cubicBezTo>
                  <a:cubicBezTo>
                    <a:pt x="16198" y="143654"/>
                    <a:pt x="64421" y="119996"/>
                    <a:pt x="90530" y="95432"/>
                  </a:cubicBezTo>
                  <a:lnTo>
                    <a:pt x="92981" y="93034"/>
                  </a:lnTo>
                  <a:cubicBezTo>
                    <a:pt x="118451" y="67564"/>
                    <a:pt x="143654" y="16092"/>
                    <a:pt x="143761" y="1593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57D8448B-CA36-05F6-E2EB-9542B17742ED}"/>
              </a:ext>
            </a:extLst>
          </p:cNvPr>
          <p:cNvGrpSpPr/>
          <p:nvPr userDrawn="1"/>
        </p:nvGrpSpPr>
        <p:grpSpPr>
          <a:xfrm>
            <a:off x="712978" y="1887210"/>
            <a:ext cx="287809" cy="291890"/>
            <a:chOff x="584776" y="2191469"/>
            <a:chExt cx="287734" cy="291890"/>
          </a:xfrm>
        </p:grpSpPr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DA1C06F4-C1A4-1186-F65D-130C3057147C}"/>
                </a:ext>
              </a:extLst>
            </p:cNvPr>
            <p:cNvSpPr/>
            <p:nvPr/>
          </p:nvSpPr>
          <p:spPr>
            <a:xfrm>
              <a:off x="584776" y="2191469"/>
              <a:ext cx="287734" cy="291890"/>
            </a:xfrm>
            <a:custGeom>
              <a:avLst/>
              <a:gdLst>
                <a:gd name="csX0" fmla="*/ 152606 w 287734"/>
                <a:gd name="csY0" fmla="*/ 3943 h 291890"/>
                <a:gd name="csX1" fmla="*/ 280488 w 287734"/>
                <a:gd name="csY1" fmla="*/ 61596 h 291890"/>
                <a:gd name="csX2" fmla="*/ 287734 w 287734"/>
                <a:gd name="csY2" fmla="*/ 64847 h 291890"/>
                <a:gd name="csX3" fmla="*/ 287734 w 287734"/>
                <a:gd name="csY3" fmla="*/ 97403 h 291890"/>
                <a:gd name="csX4" fmla="*/ 280062 w 287734"/>
                <a:gd name="csY4" fmla="*/ 100654 h 291890"/>
                <a:gd name="csX5" fmla="*/ 248411 w 287734"/>
                <a:gd name="csY5" fmla="*/ 114081 h 291890"/>
                <a:gd name="csX6" fmla="*/ 280168 w 287734"/>
                <a:gd name="csY6" fmla="*/ 127722 h 291890"/>
                <a:gd name="csX7" fmla="*/ 287734 w 287734"/>
                <a:gd name="csY7" fmla="*/ 130972 h 291890"/>
                <a:gd name="csX8" fmla="*/ 287734 w 287734"/>
                <a:gd name="csY8" fmla="*/ 163849 h 291890"/>
                <a:gd name="csX9" fmla="*/ 279742 w 287734"/>
                <a:gd name="csY9" fmla="*/ 167099 h 291890"/>
                <a:gd name="csX10" fmla="*/ 247398 w 287734"/>
                <a:gd name="csY10" fmla="*/ 180154 h 291890"/>
                <a:gd name="csX11" fmla="*/ 280488 w 287734"/>
                <a:gd name="csY11" fmla="*/ 195073 h 291890"/>
                <a:gd name="csX12" fmla="*/ 287734 w 287734"/>
                <a:gd name="csY12" fmla="*/ 198324 h 291890"/>
                <a:gd name="csX13" fmla="*/ 287734 w 287734"/>
                <a:gd name="csY13" fmla="*/ 230880 h 291890"/>
                <a:gd name="csX14" fmla="*/ 280062 w 287734"/>
                <a:gd name="csY14" fmla="*/ 234131 h 291890"/>
                <a:gd name="csX15" fmla="*/ 152180 w 287734"/>
                <a:gd name="csY15" fmla="*/ 288374 h 291890"/>
                <a:gd name="csX16" fmla="*/ 143867 w 287734"/>
                <a:gd name="csY16" fmla="*/ 291891 h 291890"/>
                <a:gd name="csX17" fmla="*/ 135555 w 287734"/>
                <a:gd name="csY17" fmla="*/ 288374 h 291890"/>
                <a:gd name="csX18" fmla="*/ 7673 w 287734"/>
                <a:gd name="csY18" fmla="*/ 234131 h 291890"/>
                <a:gd name="csX19" fmla="*/ 0 w 287734"/>
                <a:gd name="csY19" fmla="*/ 230880 h 291890"/>
                <a:gd name="csX20" fmla="*/ 0 w 287734"/>
                <a:gd name="csY20" fmla="*/ 198324 h 291890"/>
                <a:gd name="csX21" fmla="*/ 7247 w 287734"/>
                <a:gd name="csY21" fmla="*/ 195073 h 291890"/>
                <a:gd name="csX22" fmla="*/ 40336 w 287734"/>
                <a:gd name="csY22" fmla="*/ 180154 h 291890"/>
                <a:gd name="csX23" fmla="*/ 7993 w 287734"/>
                <a:gd name="csY23" fmla="*/ 167099 h 291890"/>
                <a:gd name="csX24" fmla="*/ 0 w 287734"/>
                <a:gd name="csY24" fmla="*/ 163849 h 291890"/>
                <a:gd name="csX25" fmla="*/ 0 w 287734"/>
                <a:gd name="csY25" fmla="*/ 130972 h 291890"/>
                <a:gd name="csX26" fmla="*/ 7566 w 287734"/>
                <a:gd name="csY26" fmla="*/ 127722 h 291890"/>
                <a:gd name="csX27" fmla="*/ 39324 w 287734"/>
                <a:gd name="csY27" fmla="*/ 114081 h 291890"/>
                <a:gd name="csX28" fmla="*/ 7673 w 287734"/>
                <a:gd name="csY28" fmla="*/ 100654 h 291890"/>
                <a:gd name="csX29" fmla="*/ 0 w 287734"/>
                <a:gd name="csY29" fmla="*/ 97403 h 291890"/>
                <a:gd name="csX30" fmla="*/ 0 w 287734"/>
                <a:gd name="csY30" fmla="*/ 64847 h 291890"/>
                <a:gd name="csX31" fmla="*/ 7247 w 287734"/>
                <a:gd name="csY31" fmla="*/ 61596 h 291890"/>
                <a:gd name="csX32" fmla="*/ 135129 w 287734"/>
                <a:gd name="csY32" fmla="*/ 3943 h 291890"/>
                <a:gd name="csX33" fmla="*/ 143867 w 287734"/>
                <a:gd name="csY33" fmla="*/ 0 h 291890"/>
                <a:gd name="csX34" fmla="*/ 152606 w 287734"/>
                <a:gd name="csY34" fmla="*/ 3943 h 291890"/>
                <a:gd name="csX35" fmla="*/ 151807 w 287734"/>
                <a:gd name="csY35" fmla="*/ 218731 h 291890"/>
                <a:gd name="csX36" fmla="*/ 143814 w 287734"/>
                <a:gd name="csY36" fmla="*/ 221982 h 291890"/>
                <a:gd name="csX37" fmla="*/ 135821 w 287734"/>
                <a:gd name="csY37" fmla="*/ 218731 h 291890"/>
                <a:gd name="csX38" fmla="*/ 67618 w 287734"/>
                <a:gd name="csY38" fmla="*/ 191184 h 291890"/>
                <a:gd name="csX39" fmla="*/ 15932 w 287734"/>
                <a:gd name="csY39" fmla="*/ 214469 h 291890"/>
                <a:gd name="csX40" fmla="*/ 143814 w 287734"/>
                <a:gd name="csY40" fmla="*/ 268712 h 291890"/>
                <a:gd name="csX41" fmla="*/ 271696 w 287734"/>
                <a:gd name="csY41" fmla="*/ 214469 h 291890"/>
                <a:gd name="csX42" fmla="*/ 220010 w 287734"/>
                <a:gd name="csY42" fmla="*/ 191184 h 291890"/>
                <a:gd name="csX43" fmla="*/ 151807 w 287734"/>
                <a:gd name="csY43" fmla="*/ 218731 h 291890"/>
                <a:gd name="csX44" fmla="*/ 152180 w 287734"/>
                <a:gd name="csY44" fmla="*/ 154897 h 291890"/>
                <a:gd name="csX45" fmla="*/ 143867 w 287734"/>
                <a:gd name="csY45" fmla="*/ 158414 h 291890"/>
                <a:gd name="csX46" fmla="*/ 135555 w 287734"/>
                <a:gd name="csY46" fmla="*/ 154897 h 291890"/>
                <a:gd name="csX47" fmla="*/ 66499 w 287734"/>
                <a:gd name="csY47" fmla="*/ 125591 h 291890"/>
                <a:gd name="csX48" fmla="*/ 15985 w 287734"/>
                <a:gd name="csY48" fmla="*/ 147277 h 291890"/>
                <a:gd name="csX49" fmla="*/ 143867 w 287734"/>
                <a:gd name="csY49" fmla="*/ 198963 h 291890"/>
                <a:gd name="csX50" fmla="*/ 271749 w 287734"/>
                <a:gd name="csY50" fmla="*/ 147277 h 291890"/>
                <a:gd name="csX51" fmla="*/ 221236 w 287734"/>
                <a:gd name="csY51" fmla="*/ 125591 h 291890"/>
                <a:gd name="csX52" fmla="*/ 152180 w 287734"/>
                <a:gd name="csY52" fmla="*/ 154897 h 291890"/>
                <a:gd name="csX53" fmla="*/ 15932 w 287734"/>
                <a:gd name="csY53" fmla="*/ 81045 h 291890"/>
                <a:gd name="csX54" fmla="*/ 143814 w 287734"/>
                <a:gd name="csY54" fmla="*/ 135288 h 291890"/>
                <a:gd name="csX55" fmla="*/ 271696 w 287734"/>
                <a:gd name="csY55" fmla="*/ 81045 h 291890"/>
                <a:gd name="csX56" fmla="*/ 143814 w 287734"/>
                <a:gd name="csY56" fmla="*/ 23392 h 291890"/>
                <a:gd name="csX57" fmla="*/ 15932 w 287734"/>
                <a:gd name="csY57" fmla="*/ 81045 h 29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287734" h="291890">
                  <a:moveTo>
                    <a:pt x="152606" y="3943"/>
                  </a:moveTo>
                  <a:lnTo>
                    <a:pt x="280488" y="61596"/>
                  </a:lnTo>
                  <a:lnTo>
                    <a:pt x="287734" y="64847"/>
                  </a:lnTo>
                  <a:lnTo>
                    <a:pt x="287734" y="97403"/>
                  </a:lnTo>
                  <a:lnTo>
                    <a:pt x="280062" y="100654"/>
                  </a:lnTo>
                  <a:lnTo>
                    <a:pt x="248411" y="114081"/>
                  </a:lnTo>
                  <a:lnTo>
                    <a:pt x="280168" y="127722"/>
                  </a:lnTo>
                  <a:lnTo>
                    <a:pt x="287734" y="130972"/>
                  </a:lnTo>
                  <a:lnTo>
                    <a:pt x="287734" y="163849"/>
                  </a:lnTo>
                  <a:lnTo>
                    <a:pt x="279742" y="167099"/>
                  </a:lnTo>
                  <a:lnTo>
                    <a:pt x="247398" y="180154"/>
                  </a:lnTo>
                  <a:lnTo>
                    <a:pt x="280488" y="195073"/>
                  </a:lnTo>
                  <a:lnTo>
                    <a:pt x="287734" y="198324"/>
                  </a:lnTo>
                  <a:lnTo>
                    <a:pt x="287734" y="230880"/>
                  </a:lnTo>
                  <a:lnTo>
                    <a:pt x="280062" y="234131"/>
                  </a:lnTo>
                  <a:lnTo>
                    <a:pt x="152180" y="288374"/>
                  </a:lnTo>
                  <a:lnTo>
                    <a:pt x="143867" y="291891"/>
                  </a:lnTo>
                  <a:lnTo>
                    <a:pt x="135555" y="288374"/>
                  </a:lnTo>
                  <a:lnTo>
                    <a:pt x="7673" y="234131"/>
                  </a:lnTo>
                  <a:lnTo>
                    <a:pt x="0" y="230880"/>
                  </a:lnTo>
                  <a:lnTo>
                    <a:pt x="0" y="198324"/>
                  </a:lnTo>
                  <a:lnTo>
                    <a:pt x="7247" y="195073"/>
                  </a:lnTo>
                  <a:lnTo>
                    <a:pt x="40336" y="180154"/>
                  </a:lnTo>
                  <a:lnTo>
                    <a:pt x="7993" y="167099"/>
                  </a:lnTo>
                  <a:lnTo>
                    <a:pt x="0" y="163849"/>
                  </a:lnTo>
                  <a:lnTo>
                    <a:pt x="0" y="130972"/>
                  </a:lnTo>
                  <a:lnTo>
                    <a:pt x="7566" y="127722"/>
                  </a:lnTo>
                  <a:lnTo>
                    <a:pt x="39324" y="114081"/>
                  </a:lnTo>
                  <a:lnTo>
                    <a:pt x="7673" y="100654"/>
                  </a:lnTo>
                  <a:lnTo>
                    <a:pt x="0" y="97403"/>
                  </a:lnTo>
                  <a:lnTo>
                    <a:pt x="0" y="64847"/>
                  </a:lnTo>
                  <a:lnTo>
                    <a:pt x="7247" y="61596"/>
                  </a:lnTo>
                  <a:lnTo>
                    <a:pt x="135129" y="3943"/>
                  </a:lnTo>
                  <a:lnTo>
                    <a:pt x="143867" y="0"/>
                  </a:lnTo>
                  <a:lnTo>
                    <a:pt x="152606" y="3943"/>
                  </a:lnTo>
                  <a:close/>
                  <a:moveTo>
                    <a:pt x="151807" y="218731"/>
                  </a:moveTo>
                  <a:lnTo>
                    <a:pt x="143814" y="221982"/>
                  </a:lnTo>
                  <a:lnTo>
                    <a:pt x="135821" y="218731"/>
                  </a:lnTo>
                  <a:lnTo>
                    <a:pt x="67618" y="191184"/>
                  </a:lnTo>
                  <a:lnTo>
                    <a:pt x="15932" y="214469"/>
                  </a:lnTo>
                  <a:lnTo>
                    <a:pt x="143814" y="268712"/>
                  </a:lnTo>
                  <a:lnTo>
                    <a:pt x="271696" y="214469"/>
                  </a:lnTo>
                  <a:lnTo>
                    <a:pt x="220010" y="191184"/>
                  </a:lnTo>
                  <a:lnTo>
                    <a:pt x="151807" y="218731"/>
                  </a:lnTo>
                  <a:close/>
                  <a:moveTo>
                    <a:pt x="152180" y="154897"/>
                  </a:moveTo>
                  <a:lnTo>
                    <a:pt x="143867" y="158414"/>
                  </a:lnTo>
                  <a:lnTo>
                    <a:pt x="135555" y="154897"/>
                  </a:lnTo>
                  <a:lnTo>
                    <a:pt x="66499" y="125591"/>
                  </a:lnTo>
                  <a:lnTo>
                    <a:pt x="15985" y="147277"/>
                  </a:lnTo>
                  <a:lnTo>
                    <a:pt x="143867" y="198963"/>
                  </a:lnTo>
                  <a:lnTo>
                    <a:pt x="271749" y="147277"/>
                  </a:lnTo>
                  <a:lnTo>
                    <a:pt x="221236" y="125591"/>
                  </a:lnTo>
                  <a:lnTo>
                    <a:pt x="152180" y="154897"/>
                  </a:lnTo>
                  <a:close/>
                  <a:moveTo>
                    <a:pt x="15932" y="81045"/>
                  </a:moveTo>
                  <a:lnTo>
                    <a:pt x="143814" y="135288"/>
                  </a:lnTo>
                  <a:lnTo>
                    <a:pt x="271696" y="81045"/>
                  </a:lnTo>
                  <a:lnTo>
                    <a:pt x="143814" y="23392"/>
                  </a:lnTo>
                  <a:lnTo>
                    <a:pt x="15932" y="8104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6B3EA34C-2CA6-0D1F-18C3-163538AEB665}"/>
                </a:ext>
              </a:extLst>
            </p:cNvPr>
            <p:cNvSpPr/>
            <p:nvPr/>
          </p:nvSpPr>
          <p:spPr>
            <a:xfrm>
              <a:off x="584776" y="2191469"/>
              <a:ext cx="287734" cy="291890"/>
            </a:xfrm>
            <a:custGeom>
              <a:avLst/>
              <a:gdLst>
                <a:gd name="csX0" fmla="*/ 152606 w 287734"/>
                <a:gd name="csY0" fmla="*/ 3943 h 291890"/>
                <a:gd name="csX1" fmla="*/ 280488 w 287734"/>
                <a:gd name="csY1" fmla="*/ 61596 h 291890"/>
                <a:gd name="csX2" fmla="*/ 287734 w 287734"/>
                <a:gd name="csY2" fmla="*/ 64847 h 291890"/>
                <a:gd name="csX3" fmla="*/ 287734 w 287734"/>
                <a:gd name="csY3" fmla="*/ 97403 h 291890"/>
                <a:gd name="csX4" fmla="*/ 280062 w 287734"/>
                <a:gd name="csY4" fmla="*/ 100654 h 291890"/>
                <a:gd name="csX5" fmla="*/ 248411 w 287734"/>
                <a:gd name="csY5" fmla="*/ 114081 h 291890"/>
                <a:gd name="csX6" fmla="*/ 280168 w 287734"/>
                <a:gd name="csY6" fmla="*/ 127722 h 291890"/>
                <a:gd name="csX7" fmla="*/ 287734 w 287734"/>
                <a:gd name="csY7" fmla="*/ 130972 h 291890"/>
                <a:gd name="csX8" fmla="*/ 287734 w 287734"/>
                <a:gd name="csY8" fmla="*/ 163849 h 291890"/>
                <a:gd name="csX9" fmla="*/ 279742 w 287734"/>
                <a:gd name="csY9" fmla="*/ 167099 h 291890"/>
                <a:gd name="csX10" fmla="*/ 247398 w 287734"/>
                <a:gd name="csY10" fmla="*/ 180154 h 291890"/>
                <a:gd name="csX11" fmla="*/ 280488 w 287734"/>
                <a:gd name="csY11" fmla="*/ 195073 h 291890"/>
                <a:gd name="csX12" fmla="*/ 287734 w 287734"/>
                <a:gd name="csY12" fmla="*/ 198324 h 291890"/>
                <a:gd name="csX13" fmla="*/ 287734 w 287734"/>
                <a:gd name="csY13" fmla="*/ 230880 h 291890"/>
                <a:gd name="csX14" fmla="*/ 280062 w 287734"/>
                <a:gd name="csY14" fmla="*/ 234131 h 291890"/>
                <a:gd name="csX15" fmla="*/ 152180 w 287734"/>
                <a:gd name="csY15" fmla="*/ 288374 h 291890"/>
                <a:gd name="csX16" fmla="*/ 143867 w 287734"/>
                <a:gd name="csY16" fmla="*/ 291891 h 291890"/>
                <a:gd name="csX17" fmla="*/ 135555 w 287734"/>
                <a:gd name="csY17" fmla="*/ 288374 h 291890"/>
                <a:gd name="csX18" fmla="*/ 7673 w 287734"/>
                <a:gd name="csY18" fmla="*/ 234131 h 291890"/>
                <a:gd name="csX19" fmla="*/ 0 w 287734"/>
                <a:gd name="csY19" fmla="*/ 230880 h 291890"/>
                <a:gd name="csX20" fmla="*/ 0 w 287734"/>
                <a:gd name="csY20" fmla="*/ 198324 h 291890"/>
                <a:gd name="csX21" fmla="*/ 7247 w 287734"/>
                <a:gd name="csY21" fmla="*/ 195073 h 291890"/>
                <a:gd name="csX22" fmla="*/ 40336 w 287734"/>
                <a:gd name="csY22" fmla="*/ 180154 h 291890"/>
                <a:gd name="csX23" fmla="*/ 7993 w 287734"/>
                <a:gd name="csY23" fmla="*/ 167099 h 291890"/>
                <a:gd name="csX24" fmla="*/ 0 w 287734"/>
                <a:gd name="csY24" fmla="*/ 163849 h 291890"/>
                <a:gd name="csX25" fmla="*/ 0 w 287734"/>
                <a:gd name="csY25" fmla="*/ 130972 h 291890"/>
                <a:gd name="csX26" fmla="*/ 7566 w 287734"/>
                <a:gd name="csY26" fmla="*/ 127722 h 291890"/>
                <a:gd name="csX27" fmla="*/ 39324 w 287734"/>
                <a:gd name="csY27" fmla="*/ 114081 h 291890"/>
                <a:gd name="csX28" fmla="*/ 7673 w 287734"/>
                <a:gd name="csY28" fmla="*/ 100654 h 291890"/>
                <a:gd name="csX29" fmla="*/ 0 w 287734"/>
                <a:gd name="csY29" fmla="*/ 97403 h 291890"/>
                <a:gd name="csX30" fmla="*/ 0 w 287734"/>
                <a:gd name="csY30" fmla="*/ 64847 h 291890"/>
                <a:gd name="csX31" fmla="*/ 7247 w 287734"/>
                <a:gd name="csY31" fmla="*/ 61596 h 291890"/>
                <a:gd name="csX32" fmla="*/ 135129 w 287734"/>
                <a:gd name="csY32" fmla="*/ 3943 h 291890"/>
                <a:gd name="csX33" fmla="*/ 143867 w 287734"/>
                <a:gd name="csY33" fmla="*/ 0 h 291890"/>
                <a:gd name="csX34" fmla="*/ 152606 w 287734"/>
                <a:gd name="csY34" fmla="*/ 3943 h 291890"/>
                <a:gd name="csX35" fmla="*/ 151807 w 287734"/>
                <a:gd name="csY35" fmla="*/ 218731 h 291890"/>
                <a:gd name="csX36" fmla="*/ 143814 w 287734"/>
                <a:gd name="csY36" fmla="*/ 221982 h 291890"/>
                <a:gd name="csX37" fmla="*/ 135821 w 287734"/>
                <a:gd name="csY37" fmla="*/ 218731 h 291890"/>
                <a:gd name="csX38" fmla="*/ 67618 w 287734"/>
                <a:gd name="csY38" fmla="*/ 191184 h 291890"/>
                <a:gd name="csX39" fmla="*/ 15932 w 287734"/>
                <a:gd name="csY39" fmla="*/ 214469 h 291890"/>
                <a:gd name="csX40" fmla="*/ 143814 w 287734"/>
                <a:gd name="csY40" fmla="*/ 268712 h 291890"/>
                <a:gd name="csX41" fmla="*/ 271696 w 287734"/>
                <a:gd name="csY41" fmla="*/ 214469 h 291890"/>
                <a:gd name="csX42" fmla="*/ 220010 w 287734"/>
                <a:gd name="csY42" fmla="*/ 191184 h 291890"/>
                <a:gd name="csX43" fmla="*/ 151807 w 287734"/>
                <a:gd name="csY43" fmla="*/ 218731 h 291890"/>
                <a:gd name="csX44" fmla="*/ 152180 w 287734"/>
                <a:gd name="csY44" fmla="*/ 154897 h 291890"/>
                <a:gd name="csX45" fmla="*/ 143867 w 287734"/>
                <a:gd name="csY45" fmla="*/ 158414 h 291890"/>
                <a:gd name="csX46" fmla="*/ 135555 w 287734"/>
                <a:gd name="csY46" fmla="*/ 154897 h 291890"/>
                <a:gd name="csX47" fmla="*/ 66499 w 287734"/>
                <a:gd name="csY47" fmla="*/ 125591 h 291890"/>
                <a:gd name="csX48" fmla="*/ 15985 w 287734"/>
                <a:gd name="csY48" fmla="*/ 147277 h 291890"/>
                <a:gd name="csX49" fmla="*/ 143867 w 287734"/>
                <a:gd name="csY49" fmla="*/ 198963 h 291890"/>
                <a:gd name="csX50" fmla="*/ 271749 w 287734"/>
                <a:gd name="csY50" fmla="*/ 147277 h 291890"/>
                <a:gd name="csX51" fmla="*/ 221236 w 287734"/>
                <a:gd name="csY51" fmla="*/ 125591 h 291890"/>
                <a:gd name="csX52" fmla="*/ 152180 w 287734"/>
                <a:gd name="csY52" fmla="*/ 154897 h 291890"/>
                <a:gd name="csX53" fmla="*/ 15932 w 287734"/>
                <a:gd name="csY53" fmla="*/ 81045 h 291890"/>
                <a:gd name="csX54" fmla="*/ 143814 w 287734"/>
                <a:gd name="csY54" fmla="*/ 135288 h 291890"/>
                <a:gd name="csX55" fmla="*/ 271696 w 287734"/>
                <a:gd name="csY55" fmla="*/ 81045 h 291890"/>
                <a:gd name="csX56" fmla="*/ 143814 w 287734"/>
                <a:gd name="csY56" fmla="*/ 23392 h 291890"/>
                <a:gd name="csX57" fmla="*/ 15932 w 287734"/>
                <a:gd name="csY57" fmla="*/ 81045 h 29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287734" h="291890">
                  <a:moveTo>
                    <a:pt x="152606" y="3943"/>
                  </a:moveTo>
                  <a:lnTo>
                    <a:pt x="280488" y="61596"/>
                  </a:lnTo>
                  <a:lnTo>
                    <a:pt x="287734" y="64847"/>
                  </a:lnTo>
                  <a:lnTo>
                    <a:pt x="287734" y="97403"/>
                  </a:lnTo>
                  <a:lnTo>
                    <a:pt x="280062" y="100654"/>
                  </a:lnTo>
                  <a:lnTo>
                    <a:pt x="248411" y="114081"/>
                  </a:lnTo>
                  <a:lnTo>
                    <a:pt x="280168" y="127722"/>
                  </a:lnTo>
                  <a:lnTo>
                    <a:pt x="287734" y="130972"/>
                  </a:lnTo>
                  <a:lnTo>
                    <a:pt x="287734" y="163849"/>
                  </a:lnTo>
                  <a:lnTo>
                    <a:pt x="279742" y="167099"/>
                  </a:lnTo>
                  <a:lnTo>
                    <a:pt x="247398" y="180154"/>
                  </a:lnTo>
                  <a:lnTo>
                    <a:pt x="280488" y="195073"/>
                  </a:lnTo>
                  <a:lnTo>
                    <a:pt x="287734" y="198324"/>
                  </a:lnTo>
                  <a:lnTo>
                    <a:pt x="287734" y="230880"/>
                  </a:lnTo>
                  <a:lnTo>
                    <a:pt x="280062" y="234131"/>
                  </a:lnTo>
                  <a:lnTo>
                    <a:pt x="152180" y="288374"/>
                  </a:lnTo>
                  <a:lnTo>
                    <a:pt x="143867" y="291891"/>
                  </a:lnTo>
                  <a:lnTo>
                    <a:pt x="135555" y="288374"/>
                  </a:lnTo>
                  <a:lnTo>
                    <a:pt x="7673" y="234131"/>
                  </a:lnTo>
                  <a:lnTo>
                    <a:pt x="0" y="230880"/>
                  </a:lnTo>
                  <a:lnTo>
                    <a:pt x="0" y="198324"/>
                  </a:lnTo>
                  <a:lnTo>
                    <a:pt x="7247" y="195073"/>
                  </a:lnTo>
                  <a:lnTo>
                    <a:pt x="40336" y="180154"/>
                  </a:lnTo>
                  <a:lnTo>
                    <a:pt x="7993" y="167099"/>
                  </a:lnTo>
                  <a:lnTo>
                    <a:pt x="0" y="163849"/>
                  </a:lnTo>
                  <a:lnTo>
                    <a:pt x="0" y="130972"/>
                  </a:lnTo>
                  <a:lnTo>
                    <a:pt x="7566" y="127722"/>
                  </a:lnTo>
                  <a:lnTo>
                    <a:pt x="39324" y="114081"/>
                  </a:lnTo>
                  <a:lnTo>
                    <a:pt x="7673" y="100654"/>
                  </a:lnTo>
                  <a:lnTo>
                    <a:pt x="0" y="97403"/>
                  </a:lnTo>
                  <a:lnTo>
                    <a:pt x="0" y="64847"/>
                  </a:lnTo>
                  <a:lnTo>
                    <a:pt x="7247" y="61596"/>
                  </a:lnTo>
                  <a:lnTo>
                    <a:pt x="135129" y="3943"/>
                  </a:lnTo>
                  <a:lnTo>
                    <a:pt x="143867" y="0"/>
                  </a:lnTo>
                  <a:lnTo>
                    <a:pt x="152606" y="3943"/>
                  </a:lnTo>
                  <a:close/>
                  <a:moveTo>
                    <a:pt x="151807" y="218731"/>
                  </a:moveTo>
                  <a:lnTo>
                    <a:pt x="143814" y="221982"/>
                  </a:lnTo>
                  <a:lnTo>
                    <a:pt x="135821" y="218731"/>
                  </a:lnTo>
                  <a:lnTo>
                    <a:pt x="67618" y="191184"/>
                  </a:lnTo>
                  <a:lnTo>
                    <a:pt x="15932" y="214469"/>
                  </a:lnTo>
                  <a:lnTo>
                    <a:pt x="143814" y="268712"/>
                  </a:lnTo>
                  <a:lnTo>
                    <a:pt x="271696" y="214469"/>
                  </a:lnTo>
                  <a:lnTo>
                    <a:pt x="220010" y="191184"/>
                  </a:lnTo>
                  <a:lnTo>
                    <a:pt x="151807" y="218731"/>
                  </a:lnTo>
                  <a:close/>
                  <a:moveTo>
                    <a:pt x="152180" y="154897"/>
                  </a:moveTo>
                  <a:lnTo>
                    <a:pt x="143867" y="158414"/>
                  </a:lnTo>
                  <a:lnTo>
                    <a:pt x="135555" y="154897"/>
                  </a:lnTo>
                  <a:lnTo>
                    <a:pt x="66499" y="125591"/>
                  </a:lnTo>
                  <a:lnTo>
                    <a:pt x="15985" y="147277"/>
                  </a:lnTo>
                  <a:lnTo>
                    <a:pt x="143867" y="198963"/>
                  </a:lnTo>
                  <a:lnTo>
                    <a:pt x="271749" y="147277"/>
                  </a:lnTo>
                  <a:lnTo>
                    <a:pt x="221236" y="125591"/>
                  </a:lnTo>
                  <a:lnTo>
                    <a:pt x="152180" y="154897"/>
                  </a:lnTo>
                  <a:close/>
                  <a:moveTo>
                    <a:pt x="15932" y="81045"/>
                  </a:moveTo>
                  <a:lnTo>
                    <a:pt x="143814" y="135288"/>
                  </a:lnTo>
                  <a:lnTo>
                    <a:pt x="271696" y="81045"/>
                  </a:lnTo>
                  <a:lnTo>
                    <a:pt x="143814" y="23392"/>
                  </a:lnTo>
                  <a:lnTo>
                    <a:pt x="15932" y="8104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86FA1528-C482-2DA4-9BE0-315C384F10DC}"/>
              </a:ext>
            </a:extLst>
          </p:cNvPr>
          <p:cNvGrpSpPr/>
          <p:nvPr userDrawn="1"/>
        </p:nvGrpSpPr>
        <p:grpSpPr>
          <a:xfrm>
            <a:off x="4167073" y="3807525"/>
            <a:ext cx="287721" cy="287745"/>
            <a:chOff x="3653924" y="4111784"/>
            <a:chExt cx="287646" cy="287745"/>
          </a:xfrm>
        </p:grpSpPr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C441DE3A-6A75-B486-C38F-B12679681E5D}"/>
                </a:ext>
              </a:extLst>
            </p:cNvPr>
            <p:cNvSpPr/>
            <p:nvPr/>
          </p:nvSpPr>
          <p:spPr>
            <a:xfrm>
              <a:off x="3653924" y="4111784"/>
              <a:ext cx="287646" cy="287745"/>
            </a:xfrm>
            <a:custGeom>
              <a:avLst/>
              <a:gdLst>
                <a:gd name="csX0" fmla="*/ 143832 w 287646"/>
                <a:gd name="csY0" fmla="*/ 79918 h 287745"/>
                <a:gd name="csX1" fmla="*/ 186460 w 287646"/>
                <a:gd name="csY1" fmla="*/ 96223 h 287745"/>
                <a:gd name="csX2" fmla="*/ 186460 w 287646"/>
                <a:gd name="csY2" fmla="*/ 79918 h 287745"/>
                <a:gd name="csX3" fmla="*/ 207773 w 287646"/>
                <a:gd name="csY3" fmla="*/ 79918 h 287745"/>
                <a:gd name="csX4" fmla="*/ 207773 w 287646"/>
                <a:gd name="csY4" fmla="*/ 157180 h 287745"/>
                <a:gd name="csX5" fmla="*/ 216352 w 287646"/>
                <a:gd name="csY5" fmla="*/ 177908 h 287745"/>
                <a:gd name="csX6" fmla="*/ 237079 w 287646"/>
                <a:gd name="csY6" fmla="*/ 186487 h 287745"/>
                <a:gd name="csX7" fmla="*/ 257807 w 287646"/>
                <a:gd name="csY7" fmla="*/ 177908 h 287745"/>
                <a:gd name="csX8" fmla="*/ 266386 w 287646"/>
                <a:gd name="csY8" fmla="*/ 157180 h 287745"/>
                <a:gd name="csX9" fmla="*/ 266386 w 287646"/>
                <a:gd name="csY9" fmla="*/ 141301 h 287745"/>
                <a:gd name="csX10" fmla="*/ 239850 w 287646"/>
                <a:gd name="csY10" fmla="*/ 67716 h 287745"/>
                <a:gd name="csX11" fmla="*/ 171700 w 287646"/>
                <a:gd name="csY11" fmla="*/ 24556 h 287745"/>
                <a:gd name="csX12" fmla="*/ 91507 w 287646"/>
                <a:gd name="csY12" fmla="*/ 33081 h 287745"/>
                <a:gd name="csX13" fmla="*/ 33960 w 287646"/>
                <a:gd name="csY13" fmla="*/ 89616 h 287745"/>
                <a:gd name="csX14" fmla="*/ 24050 w 287646"/>
                <a:gd name="csY14" fmla="*/ 169649 h 287745"/>
                <a:gd name="csX15" fmla="*/ 66037 w 287646"/>
                <a:gd name="csY15" fmla="*/ 238545 h 287745"/>
                <a:gd name="csX16" fmla="*/ 141754 w 287646"/>
                <a:gd name="csY16" fmla="*/ 266413 h 287745"/>
                <a:gd name="csX17" fmla="*/ 218377 w 287646"/>
                <a:gd name="csY17" fmla="*/ 241156 h 287745"/>
                <a:gd name="csX18" fmla="*/ 226849 w 287646"/>
                <a:gd name="csY18" fmla="*/ 234655 h 287745"/>
                <a:gd name="csX19" fmla="*/ 239797 w 287646"/>
                <a:gd name="csY19" fmla="*/ 251600 h 287745"/>
                <a:gd name="csX20" fmla="*/ 231325 w 287646"/>
                <a:gd name="csY20" fmla="*/ 258101 h 287745"/>
                <a:gd name="csX21" fmla="*/ 141381 w 287646"/>
                <a:gd name="csY21" fmla="*/ 287726 h 287745"/>
                <a:gd name="csX22" fmla="*/ 52503 w 287646"/>
                <a:gd name="csY22" fmla="*/ 255010 h 287745"/>
                <a:gd name="csX23" fmla="*/ 3215 w 287646"/>
                <a:gd name="csY23" fmla="*/ 174178 h 287745"/>
                <a:gd name="csX24" fmla="*/ 14831 w 287646"/>
                <a:gd name="csY24" fmla="*/ 80185 h 287745"/>
                <a:gd name="csX25" fmla="*/ 82342 w 287646"/>
                <a:gd name="csY25" fmla="*/ 13793 h 287745"/>
                <a:gd name="csX26" fmla="*/ 176495 w 287646"/>
                <a:gd name="csY26" fmla="*/ 3775 h 287745"/>
                <a:gd name="csX27" fmla="*/ 256475 w 287646"/>
                <a:gd name="csY27" fmla="*/ 54448 h 287745"/>
                <a:gd name="csX28" fmla="*/ 287646 w 287646"/>
                <a:gd name="csY28" fmla="*/ 143859 h 287745"/>
                <a:gd name="csX29" fmla="*/ 287646 w 287646"/>
                <a:gd name="csY29" fmla="*/ 157180 h 287745"/>
                <a:gd name="csX30" fmla="*/ 272833 w 287646"/>
                <a:gd name="csY30" fmla="*/ 192987 h 287745"/>
                <a:gd name="csX31" fmla="*/ 237026 w 287646"/>
                <a:gd name="csY31" fmla="*/ 207800 h 287745"/>
                <a:gd name="csX32" fmla="*/ 201219 w 287646"/>
                <a:gd name="csY32" fmla="*/ 192987 h 287745"/>
                <a:gd name="csX33" fmla="*/ 193813 w 287646"/>
                <a:gd name="csY33" fmla="*/ 183609 h 287745"/>
                <a:gd name="csX34" fmla="*/ 143726 w 287646"/>
                <a:gd name="csY34" fmla="*/ 207800 h 287745"/>
                <a:gd name="csX35" fmla="*/ 79785 w 287646"/>
                <a:gd name="csY35" fmla="*/ 143859 h 287745"/>
                <a:gd name="csX36" fmla="*/ 143726 w 287646"/>
                <a:gd name="csY36" fmla="*/ 79918 h 287745"/>
                <a:gd name="csX37" fmla="*/ 101205 w 287646"/>
                <a:gd name="csY37" fmla="*/ 143859 h 287745"/>
                <a:gd name="csX38" fmla="*/ 143832 w 287646"/>
                <a:gd name="csY38" fmla="*/ 186487 h 287745"/>
                <a:gd name="csX39" fmla="*/ 186460 w 287646"/>
                <a:gd name="csY39" fmla="*/ 143859 h 287745"/>
                <a:gd name="csX40" fmla="*/ 143832 w 287646"/>
                <a:gd name="csY40" fmla="*/ 101232 h 287745"/>
                <a:gd name="csX41" fmla="*/ 101205 w 287646"/>
                <a:gd name="csY41" fmla="*/ 143859 h 287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287646" h="287745">
                  <a:moveTo>
                    <a:pt x="143832" y="79918"/>
                  </a:moveTo>
                  <a:cubicBezTo>
                    <a:pt x="160190" y="79918"/>
                    <a:pt x="175163" y="86099"/>
                    <a:pt x="186460" y="96223"/>
                  </a:cubicBezTo>
                  <a:lnTo>
                    <a:pt x="186460" y="79918"/>
                  </a:lnTo>
                  <a:lnTo>
                    <a:pt x="207773" y="79918"/>
                  </a:lnTo>
                  <a:lnTo>
                    <a:pt x="207773" y="157180"/>
                  </a:lnTo>
                  <a:cubicBezTo>
                    <a:pt x="207773" y="164960"/>
                    <a:pt x="210864" y="172420"/>
                    <a:pt x="216352" y="177908"/>
                  </a:cubicBezTo>
                  <a:cubicBezTo>
                    <a:pt x="221840" y="183396"/>
                    <a:pt x="229300" y="186487"/>
                    <a:pt x="237079" y="186487"/>
                  </a:cubicBezTo>
                  <a:cubicBezTo>
                    <a:pt x="244859" y="186487"/>
                    <a:pt x="252319" y="183396"/>
                    <a:pt x="257807" y="177908"/>
                  </a:cubicBezTo>
                  <a:cubicBezTo>
                    <a:pt x="263295" y="172420"/>
                    <a:pt x="266386" y="164960"/>
                    <a:pt x="266386" y="157180"/>
                  </a:cubicBezTo>
                  <a:lnTo>
                    <a:pt x="266386" y="141301"/>
                  </a:lnTo>
                  <a:cubicBezTo>
                    <a:pt x="265800" y="114553"/>
                    <a:pt x="256475" y="88710"/>
                    <a:pt x="239850" y="67716"/>
                  </a:cubicBezTo>
                  <a:cubicBezTo>
                    <a:pt x="222639" y="46030"/>
                    <a:pt x="198661" y="30844"/>
                    <a:pt x="171700" y="24556"/>
                  </a:cubicBezTo>
                  <a:cubicBezTo>
                    <a:pt x="144791" y="18269"/>
                    <a:pt x="116497" y="21306"/>
                    <a:pt x="91507" y="33081"/>
                  </a:cubicBezTo>
                  <a:cubicBezTo>
                    <a:pt x="66517" y="44911"/>
                    <a:pt x="46216" y="64839"/>
                    <a:pt x="33960" y="89616"/>
                  </a:cubicBezTo>
                  <a:cubicBezTo>
                    <a:pt x="21705" y="114393"/>
                    <a:pt x="18188" y="142634"/>
                    <a:pt x="24050" y="169649"/>
                  </a:cubicBezTo>
                  <a:cubicBezTo>
                    <a:pt x="29857" y="196664"/>
                    <a:pt x="44670" y="220961"/>
                    <a:pt x="66037" y="238545"/>
                  </a:cubicBezTo>
                  <a:cubicBezTo>
                    <a:pt x="87404" y="256129"/>
                    <a:pt x="114100" y="265933"/>
                    <a:pt x="141754" y="266413"/>
                  </a:cubicBezTo>
                  <a:cubicBezTo>
                    <a:pt x="169409" y="266892"/>
                    <a:pt x="196424" y="257994"/>
                    <a:pt x="218377" y="241156"/>
                  </a:cubicBezTo>
                  <a:lnTo>
                    <a:pt x="226849" y="234655"/>
                  </a:lnTo>
                  <a:lnTo>
                    <a:pt x="239797" y="251600"/>
                  </a:lnTo>
                  <a:lnTo>
                    <a:pt x="231325" y="258101"/>
                  </a:lnTo>
                  <a:cubicBezTo>
                    <a:pt x="205535" y="277816"/>
                    <a:pt x="173831" y="288259"/>
                    <a:pt x="141381" y="287726"/>
                  </a:cubicBezTo>
                  <a:cubicBezTo>
                    <a:pt x="108931" y="287193"/>
                    <a:pt x="77600" y="275631"/>
                    <a:pt x="52503" y="255010"/>
                  </a:cubicBezTo>
                  <a:cubicBezTo>
                    <a:pt x="27406" y="234389"/>
                    <a:pt x="10036" y="205882"/>
                    <a:pt x="3215" y="174178"/>
                  </a:cubicBezTo>
                  <a:cubicBezTo>
                    <a:pt x="-3605" y="142421"/>
                    <a:pt x="498" y="109331"/>
                    <a:pt x="14831" y="80185"/>
                  </a:cubicBezTo>
                  <a:cubicBezTo>
                    <a:pt x="29218" y="51091"/>
                    <a:pt x="52983" y="27647"/>
                    <a:pt x="82342" y="13793"/>
                  </a:cubicBezTo>
                  <a:cubicBezTo>
                    <a:pt x="111702" y="-61"/>
                    <a:pt x="144898" y="-3631"/>
                    <a:pt x="176495" y="3775"/>
                  </a:cubicBezTo>
                  <a:cubicBezTo>
                    <a:pt x="208093" y="11182"/>
                    <a:pt x="236333" y="29032"/>
                    <a:pt x="256475" y="54448"/>
                  </a:cubicBezTo>
                  <a:cubicBezTo>
                    <a:pt x="276670" y="79865"/>
                    <a:pt x="287646" y="111409"/>
                    <a:pt x="287646" y="143859"/>
                  </a:cubicBezTo>
                  <a:lnTo>
                    <a:pt x="287646" y="157180"/>
                  </a:lnTo>
                  <a:cubicBezTo>
                    <a:pt x="287646" y="170608"/>
                    <a:pt x="282318" y="183503"/>
                    <a:pt x="272833" y="192987"/>
                  </a:cubicBezTo>
                  <a:cubicBezTo>
                    <a:pt x="263349" y="202472"/>
                    <a:pt x="250454" y="207800"/>
                    <a:pt x="237026" y="207800"/>
                  </a:cubicBezTo>
                  <a:cubicBezTo>
                    <a:pt x="223598" y="207800"/>
                    <a:pt x="210704" y="202472"/>
                    <a:pt x="201219" y="192987"/>
                  </a:cubicBezTo>
                  <a:cubicBezTo>
                    <a:pt x="198395" y="190163"/>
                    <a:pt x="195891" y="186966"/>
                    <a:pt x="193813" y="183609"/>
                  </a:cubicBezTo>
                  <a:cubicBezTo>
                    <a:pt x="182090" y="198369"/>
                    <a:pt x="164027" y="207800"/>
                    <a:pt x="143726" y="207800"/>
                  </a:cubicBezTo>
                  <a:cubicBezTo>
                    <a:pt x="108398" y="207800"/>
                    <a:pt x="79785" y="179187"/>
                    <a:pt x="79785" y="143859"/>
                  </a:cubicBezTo>
                  <a:cubicBezTo>
                    <a:pt x="79785" y="108532"/>
                    <a:pt x="108398" y="79918"/>
                    <a:pt x="143726" y="79918"/>
                  </a:cubicBezTo>
                  <a:close/>
                  <a:moveTo>
                    <a:pt x="101205" y="143859"/>
                  </a:moveTo>
                  <a:cubicBezTo>
                    <a:pt x="101205" y="167411"/>
                    <a:pt x="120281" y="186487"/>
                    <a:pt x="143832" y="186487"/>
                  </a:cubicBezTo>
                  <a:cubicBezTo>
                    <a:pt x="167384" y="186487"/>
                    <a:pt x="186460" y="167411"/>
                    <a:pt x="186460" y="143859"/>
                  </a:cubicBezTo>
                  <a:cubicBezTo>
                    <a:pt x="186460" y="120307"/>
                    <a:pt x="167384" y="101232"/>
                    <a:pt x="143832" y="101232"/>
                  </a:cubicBezTo>
                  <a:cubicBezTo>
                    <a:pt x="120281" y="101232"/>
                    <a:pt x="101205" y="120307"/>
                    <a:pt x="101205" y="14385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8D316464-3F37-601F-5400-4067A94772B2}"/>
                </a:ext>
              </a:extLst>
            </p:cNvPr>
            <p:cNvSpPr/>
            <p:nvPr/>
          </p:nvSpPr>
          <p:spPr>
            <a:xfrm>
              <a:off x="3653924" y="4111784"/>
              <a:ext cx="287646" cy="287745"/>
            </a:xfrm>
            <a:custGeom>
              <a:avLst/>
              <a:gdLst>
                <a:gd name="csX0" fmla="*/ 143832 w 287646"/>
                <a:gd name="csY0" fmla="*/ 79918 h 287745"/>
                <a:gd name="csX1" fmla="*/ 186460 w 287646"/>
                <a:gd name="csY1" fmla="*/ 96223 h 287745"/>
                <a:gd name="csX2" fmla="*/ 186460 w 287646"/>
                <a:gd name="csY2" fmla="*/ 79918 h 287745"/>
                <a:gd name="csX3" fmla="*/ 207773 w 287646"/>
                <a:gd name="csY3" fmla="*/ 79918 h 287745"/>
                <a:gd name="csX4" fmla="*/ 207773 w 287646"/>
                <a:gd name="csY4" fmla="*/ 157180 h 287745"/>
                <a:gd name="csX5" fmla="*/ 216352 w 287646"/>
                <a:gd name="csY5" fmla="*/ 177908 h 287745"/>
                <a:gd name="csX6" fmla="*/ 237079 w 287646"/>
                <a:gd name="csY6" fmla="*/ 186487 h 287745"/>
                <a:gd name="csX7" fmla="*/ 257807 w 287646"/>
                <a:gd name="csY7" fmla="*/ 177908 h 287745"/>
                <a:gd name="csX8" fmla="*/ 266386 w 287646"/>
                <a:gd name="csY8" fmla="*/ 157180 h 287745"/>
                <a:gd name="csX9" fmla="*/ 266386 w 287646"/>
                <a:gd name="csY9" fmla="*/ 141301 h 287745"/>
                <a:gd name="csX10" fmla="*/ 239850 w 287646"/>
                <a:gd name="csY10" fmla="*/ 67716 h 287745"/>
                <a:gd name="csX11" fmla="*/ 171700 w 287646"/>
                <a:gd name="csY11" fmla="*/ 24556 h 287745"/>
                <a:gd name="csX12" fmla="*/ 91507 w 287646"/>
                <a:gd name="csY12" fmla="*/ 33081 h 287745"/>
                <a:gd name="csX13" fmla="*/ 33960 w 287646"/>
                <a:gd name="csY13" fmla="*/ 89616 h 287745"/>
                <a:gd name="csX14" fmla="*/ 24050 w 287646"/>
                <a:gd name="csY14" fmla="*/ 169649 h 287745"/>
                <a:gd name="csX15" fmla="*/ 66037 w 287646"/>
                <a:gd name="csY15" fmla="*/ 238545 h 287745"/>
                <a:gd name="csX16" fmla="*/ 141754 w 287646"/>
                <a:gd name="csY16" fmla="*/ 266413 h 287745"/>
                <a:gd name="csX17" fmla="*/ 218377 w 287646"/>
                <a:gd name="csY17" fmla="*/ 241156 h 287745"/>
                <a:gd name="csX18" fmla="*/ 226849 w 287646"/>
                <a:gd name="csY18" fmla="*/ 234655 h 287745"/>
                <a:gd name="csX19" fmla="*/ 239797 w 287646"/>
                <a:gd name="csY19" fmla="*/ 251600 h 287745"/>
                <a:gd name="csX20" fmla="*/ 231325 w 287646"/>
                <a:gd name="csY20" fmla="*/ 258101 h 287745"/>
                <a:gd name="csX21" fmla="*/ 141381 w 287646"/>
                <a:gd name="csY21" fmla="*/ 287726 h 287745"/>
                <a:gd name="csX22" fmla="*/ 52503 w 287646"/>
                <a:gd name="csY22" fmla="*/ 255010 h 287745"/>
                <a:gd name="csX23" fmla="*/ 3215 w 287646"/>
                <a:gd name="csY23" fmla="*/ 174178 h 287745"/>
                <a:gd name="csX24" fmla="*/ 14831 w 287646"/>
                <a:gd name="csY24" fmla="*/ 80185 h 287745"/>
                <a:gd name="csX25" fmla="*/ 82342 w 287646"/>
                <a:gd name="csY25" fmla="*/ 13793 h 287745"/>
                <a:gd name="csX26" fmla="*/ 176495 w 287646"/>
                <a:gd name="csY26" fmla="*/ 3775 h 287745"/>
                <a:gd name="csX27" fmla="*/ 256475 w 287646"/>
                <a:gd name="csY27" fmla="*/ 54448 h 287745"/>
                <a:gd name="csX28" fmla="*/ 287646 w 287646"/>
                <a:gd name="csY28" fmla="*/ 143859 h 287745"/>
                <a:gd name="csX29" fmla="*/ 287646 w 287646"/>
                <a:gd name="csY29" fmla="*/ 157180 h 287745"/>
                <a:gd name="csX30" fmla="*/ 272833 w 287646"/>
                <a:gd name="csY30" fmla="*/ 192987 h 287745"/>
                <a:gd name="csX31" fmla="*/ 237026 w 287646"/>
                <a:gd name="csY31" fmla="*/ 207800 h 287745"/>
                <a:gd name="csX32" fmla="*/ 201219 w 287646"/>
                <a:gd name="csY32" fmla="*/ 192987 h 287745"/>
                <a:gd name="csX33" fmla="*/ 193813 w 287646"/>
                <a:gd name="csY33" fmla="*/ 183609 h 287745"/>
                <a:gd name="csX34" fmla="*/ 143726 w 287646"/>
                <a:gd name="csY34" fmla="*/ 207800 h 287745"/>
                <a:gd name="csX35" fmla="*/ 79785 w 287646"/>
                <a:gd name="csY35" fmla="*/ 143859 h 287745"/>
                <a:gd name="csX36" fmla="*/ 143726 w 287646"/>
                <a:gd name="csY36" fmla="*/ 79918 h 287745"/>
                <a:gd name="csX37" fmla="*/ 101205 w 287646"/>
                <a:gd name="csY37" fmla="*/ 143859 h 287745"/>
                <a:gd name="csX38" fmla="*/ 143832 w 287646"/>
                <a:gd name="csY38" fmla="*/ 186487 h 287745"/>
                <a:gd name="csX39" fmla="*/ 186460 w 287646"/>
                <a:gd name="csY39" fmla="*/ 143859 h 287745"/>
                <a:gd name="csX40" fmla="*/ 143832 w 287646"/>
                <a:gd name="csY40" fmla="*/ 101232 h 287745"/>
                <a:gd name="csX41" fmla="*/ 101205 w 287646"/>
                <a:gd name="csY41" fmla="*/ 143859 h 287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287646" h="287745">
                  <a:moveTo>
                    <a:pt x="143832" y="79918"/>
                  </a:moveTo>
                  <a:cubicBezTo>
                    <a:pt x="160190" y="79918"/>
                    <a:pt x="175163" y="86099"/>
                    <a:pt x="186460" y="96223"/>
                  </a:cubicBezTo>
                  <a:lnTo>
                    <a:pt x="186460" y="79918"/>
                  </a:lnTo>
                  <a:lnTo>
                    <a:pt x="207773" y="79918"/>
                  </a:lnTo>
                  <a:lnTo>
                    <a:pt x="207773" y="157180"/>
                  </a:lnTo>
                  <a:cubicBezTo>
                    <a:pt x="207773" y="164960"/>
                    <a:pt x="210864" y="172420"/>
                    <a:pt x="216352" y="177908"/>
                  </a:cubicBezTo>
                  <a:cubicBezTo>
                    <a:pt x="221840" y="183396"/>
                    <a:pt x="229300" y="186487"/>
                    <a:pt x="237079" y="186487"/>
                  </a:cubicBezTo>
                  <a:cubicBezTo>
                    <a:pt x="244859" y="186487"/>
                    <a:pt x="252319" y="183396"/>
                    <a:pt x="257807" y="177908"/>
                  </a:cubicBezTo>
                  <a:cubicBezTo>
                    <a:pt x="263295" y="172420"/>
                    <a:pt x="266386" y="164960"/>
                    <a:pt x="266386" y="157180"/>
                  </a:cubicBezTo>
                  <a:lnTo>
                    <a:pt x="266386" y="141301"/>
                  </a:lnTo>
                  <a:cubicBezTo>
                    <a:pt x="265800" y="114553"/>
                    <a:pt x="256475" y="88710"/>
                    <a:pt x="239850" y="67716"/>
                  </a:cubicBezTo>
                  <a:cubicBezTo>
                    <a:pt x="222639" y="46030"/>
                    <a:pt x="198661" y="30844"/>
                    <a:pt x="171700" y="24556"/>
                  </a:cubicBezTo>
                  <a:cubicBezTo>
                    <a:pt x="144791" y="18269"/>
                    <a:pt x="116497" y="21306"/>
                    <a:pt x="91507" y="33081"/>
                  </a:cubicBezTo>
                  <a:cubicBezTo>
                    <a:pt x="66517" y="44911"/>
                    <a:pt x="46216" y="64839"/>
                    <a:pt x="33960" y="89616"/>
                  </a:cubicBezTo>
                  <a:cubicBezTo>
                    <a:pt x="21705" y="114393"/>
                    <a:pt x="18188" y="142634"/>
                    <a:pt x="24050" y="169649"/>
                  </a:cubicBezTo>
                  <a:cubicBezTo>
                    <a:pt x="29857" y="196664"/>
                    <a:pt x="44670" y="220961"/>
                    <a:pt x="66037" y="238545"/>
                  </a:cubicBezTo>
                  <a:cubicBezTo>
                    <a:pt x="87404" y="256129"/>
                    <a:pt x="114100" y="265933"/>
                    <a:pt x="141754" y="266413"/>
                  </a:cubicBezTo>
                  <a:cubicBezTo>
                    <a:pt x="169409" y="266892"/>
                    <a:pt x="196424" y="257994"/>
                    <a:pt x="218377" y="241156"/>
                  </a:cubicBezTo>
                  <a:lnTo>
                    <a:pt x="226849" y="234655"/>
                  </a:lnTo>
                  <a:lnTo>
                    <a:pt x="239797" y="251600"/>
                  </a:lnTo>
                  <a:lnTo>
                    <a:pt x="231325" y="258101"/>
                  </a:lnTo>
                  <a:cubicBezTo>
                    <a:pt x="205535" y="277816"/>
                    <a:pt x="173831" y="288259"/>
                    <a:pt x="141381" y="287726"/>
                  </a:cubicBezTo>
                  <a:cubicBezTo>
                    <a:pt x="108931" y="287193"/>
                    <a:pt x="77600" y="275631"/>
                    <a:pt x="52503" y="255010"/>
                  </a:cubicBezTo>
                  <a:cubicBezTo>
                    <a:pt x="27406" y="234389"/>
                    <a:pt x="10036" y="205882"/>
                    <a:pt x="3215" y="174178"/>
                  </a:cubicBezTo>
                  <a:cubicBezTo>
                    <a:pt x="-3605" y="142421"/>
                    <a:pt x="498" y="109331"/>
                    <a:pt x="14831" y="80185"/>
                  </a:cubicBezTo>
                  <a:cubicBezTo>
                    <a:pt x="29218" y="51091"/>
                    <a:pt x="52983" y="27647"/>
                    <a:pt x="82342" y="13793"/>
                  </a:cubicBezTo>
                  <a:cubicBezTo>
                    <a:pt x="111702" y="-61"/>
                    <a:pt x="144898" y="-3631"/>
                    <a:pt x="176495" y="3775"/>
                  </a:cubicBezTo>
                  <a:cubicBezTo>
                    <a:pt x="208093" y="11182"/>
                    <a:pt x="236333" y="29032"/>
                    <a:pt x="256475" y="54448"/>
                  </a:cubicBezTo>
                  <a:cubicBezTo>
                    <a:pt x="276670" y="79865"/>
                    <a:pt x="287646" y="111409"/>
                    <a:pt x="287646" y="143859"/>
                  </a:cubicBezTo>
                  <a:lnTo>
                    <a:pt x="287646" y="157180"/>
                  </a:lnTo>
                  <a:cubicBezTo>
                    <a:pt x="287646" y="170608"/>
                    <a:pt x="282318" y="183503"/>
                    <a:pt x="272833" y="192987"/>
                  </a:cubicBezTo>
                  <a:cubicBezTo>
                    <a:pt x="263349" y="202472"/>
                    <a:pt x="250454" y="207800"/>
                    <a:pt x="237026" y="207800"/>
                  </a:cubicBezTo>
                  <a:cubicBezTo>
                    <a:pt x="223598" y="207800"/>
                    <a:pt x="210704" y="202472"/>
                    <a:pt x="201219" y="192987"/>
                  </a:cubicBezTo>
                  <a:cubicBezTo>
                    <a:pt x="198395" y="190163"/>
                    <a:pt x="195891" y="186966"/>
                    <a:pt x="193813" y="183609"/>
                  </a:cubicBezTo>
                  <a:cubicBezTo>
                    <a:pt x="182090" y="198369"/>
                    <a:pt x="164027" y="207800"/>
                    <a:pt x="143726" y="207800"/>
                  </a:cubicBezTo>
                  <a:cubicBezTo>
                    <a:pt x="108398" y="207800"/>
                    <a:pt x="79785" y="179187"/>
                    <a:pt x="79785" y="143859"/>
                  </a:cubicBezTo>
                  <a:cubicBezTo>
                    <a:pt x="79785" y="108532"/>
                    <a:pt x="108398" y="79918"/>
                    <a:pt x="143726" y="79918"/>
                  </a:cubicBezTo>
                  <a:close/>
                  <a:moveTo>
                    <a:pt x="101205" y="143859"/>
                  </a:moveTo>
                  <a:cubicBezTo>
                    <a:pt x="101205" y="167411"/>
                    <a:pt x="120281" y="186487"/>
                    <a:pt x="143832" y="186487"/>
                  </a:cubicBezTo>
                  <a:cubicBezTo>
                    <a:pt x="167384" y="186487"/>
                    <a:pt x="186460" y="167411"/>
                    <a:pt x="186460" y="143859"/>
                  </a:cubicBezTo>
                  <a:cubicBezTo>
                    <a:pt x="186460" y="120307"/>
                    <a:pt x="167384" y="101232"/>
                    <a:pt x="143832" y="101232"/>
                  </a:cubicBezTo>
                  <a:cubicBezTo>
                    <a:pt x="120281" y="101232"/>
                    <a:pt x="101205" y="120307"/>
                    <a:pt x="101205" y="14385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63A7D511-8B85-7C61-0BEC-AFA775452364}"/>
              </a:ext>
            </a:extLst>
          </p:cNvPr>
          <p:cNvGrpSpPr/>
          <p:nvPr userDrawn="1"/>
        </p:nvGrpSpPr>
        <p:grpSpPr>
          <a:xfrm>
            <a:off x="5345113" y="3807518"/>
            <a:ext cx="234511" cy="287201"/>
            <a:chOff x="4703641" y="4111776"/>
            <a:chExt cx="234450" cy="287201"/>
          </a:xfrm>
        </p:grpSpPr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16DB502A-C461-58CA-44A6-79828EB6FA28}"/>
                </a:ext>
              </a:extLst>
            </p:cNvPr>
            <p:cNvSpPr/>
            <p:nvPr/>
          </p:nvSpPr>
          <p:spPr>
            <a:xfrm>
              <a:off x="4703641" y="4111776"/>
              <a:ext cx="234450" cy="287201"/>
            </a:xfrm>
            <a:custGeom>
              <a:avLst/>
              <a:gdLst>
                <a:gd name="csX0" fmla="*/ 21260 w 234450"/>
                <a:gd name="csY0" fmla="*/ 21314 h 287201"/>
                <a:gd name="csX1" fmla="*/ 21260 w 234450"/>
                <a:gd name="csY1" fmla="*/ 250435 h 287201"/>
                <a:gd name="csX2" fmla="*/ 101187 w 234450"/>
                <a:gd name="csY2" fmla="*/ 204611 h 287201"/>
                <a:gd name="csX3" fmla="*/ 133157 w 234450"/>
                <a:gd name="csY3" fmla="*/ 204611 h 287201"/>
                <a:gd name="csX4" fmla="*/ 213083 w 234450"/>
                <a:gd name="csY4" fmla="*/ 250435 h 287201"/>
                <a:gd name="csX5" fmla="*/ 213083 w 234450"/>
                <a:gd name="csY5" fmla="*/ 21314 h 287201"/>
                <a:gd name="csX6" fmla="*/ 21260 w 234450"/>
                <a:gd name="csY6" fmla="*/ 21314 h 287201"/>
                <a:gd name="csX7" fmla="*/ 234397 w 234450"/>
                <a:gd name="csY7" fmla="*/ 287201 h 287201"/>
                <a:gd name="csX8" fmla="*/ 127509 w 234450"/>
                <a:gd name="csY8" fmla="*/ 225925 h 287201"/>
                <a:gd name="csX9" fmla="*/ 106888 w 234450"/>
                <a:gd name="csY9" fmla="*/ 225925 h 287201"/>
                <a:gd name="csX10" fmla="*/ 0 w 234450"/>
                <a:gd name="csY10" fmla="*/ 287201 h 287201"/>
                <a:gd name="csX11" fmla="*/ 0 w 234450"/>
                <a:gd name="csY11" fmla="*/ 21314 h 287201"/>
                <a:gd name="csX12" fmla="*/ 21314 w 234450"/>
                <a:gd name="csY12" fmla="*/ 0 h 287201"/>
                <a:gd name="csX13" fmla="*/ 213137 w 234450"/>
                <a:gd name="csY13" fmla="*/ 0 h 287201"/>
                <a:gd name="csX14" fmla="*/ 234450 w 234450"/>
                <a:gd name="csY14" fmla="*/ 21314 h 287201"/>
                <a:gd name="csX15" fmla="*/ 234450 w 234450"/>
                <a:gd name="csY15" fmla="*/ 287201 h 28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34450" h="287201">
                  <a:moveTo>
                    <a:pt x="21260" y="21314"/>
                  </a:moveTo>
                  <a:lnTo>
                    <a:pt x="21260" y="250435"/>
                  </a:lnTo>
                  <a:lnTo>
                    <a:pt x="101187" y="204611"/>
                  </a:lnTo>
                  <a:lnTo>
                    <a:pt x="133157" y="204611"/>
                  </a:lnTo>
                  <a:lnTo>
                    <a:pt x="213083" y="250435"/>
                  </a:lnTo>
                  <a:lnTo>
                    <a:pt x="213083" y="21314"/>
                  </a:lnTo>
                  <a:lnTo>
                    <a:pt x="21260" y="21314"/>
                  </a:lnTo>
                  <a:close/>
                  <a:moveTo>
                    <a:pt x="234397" y="287201"/>
                  </a:moveTo>
                  <a:lnTo>
                    <a:pt x="127509" y="225925"/>
                  </a:lnTo>
                  <a:lnTo>
                    <a:pt x="106888" y="225925"/>
                  </a:lnTo>
                  <a:lnTo>
                    <a:pt x="0" y="28720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13137" y="0"/>
                  </a:lnTo>
                  <a:lnTo>
                    <a:pt x="234450" y="21314"/>
                  </a:lnTo>
                  <a:lnTo>
                    <a:pt x="234450" y="28720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D515FCB0-0B7D-1DDD-4B92-1AC246B7A168}"/>
                </a:ext>
              </a:extLst>
            </p:cNvPr>
            <p:cNvSpPr/>
            <p:nvPr/>
          </p:nvSpPr>
          <p:spPr>
            <a:xfrm>
              <a:off x="4703641" y="4111776"/>
              <a:ext cx="234450" cy="287201"/>
            </a:xfrm>
            <a:custGeom>
              <a:avLst/>
              <a:gdLst>
                <a:gd name="csX0" fmla="*/ 21260 w 234450"/>
                <a:gd name="csY0" fmla="*/ 21314 h 287201"/>
                <a:gd name="csX1" fmla="*/ 21260 w 234450"/>
                <a:gd name="csY1" fmla="*/ 250435 h 287201"/>
                <a:gd name="csX2" fmla="*/ 101187 w 234450"/>
                <a:gd name="csY2" fmla="*/ 204611 h 287201"/>
                <a:gd name="csX3" fmla="*/ 133157 w 234450"/>
                <a:gd name="csY3" fmla="*/ 204611 h 287201"/>
                <a:gd name="csX4" fmla="*/ 213083 w 234450"/>
                <a:gd name="csY4" fmla="*/ 250435 h 287201"/>
                <a:gd name="csX5" fmla="*/ 213083 w 234450"/>
                <a:gd name="csY5" fmla="*/ 21314 h 287201"/>
                <a:gd name="csX6" fmla="*/ 21260 w 234450"/>
                <a:gd name="csY6" fmla="*/ 21314 h 287201"/>
                <a:gd name="csX7" fmla="*/ 234397 w 234450"/>
                <a:gd name="csY7" fmla="*/ 287201 h 287201"/>
                <a:gd name="csX8" fmla="*/ 127509 w 234450"/>
                <a:gd name="csY8" fmla="*/ 225925 h 287201"/>
                <a:gd name="csX9" fmla="*/ 106888 w 234450"/>
                <a:gd name="csY9" fmla="*/ 225925 h 287201"/>
                <a:gd name="csX10" fmla="*/ 0 w 234450"/>
                <a:gd name="csY10" fmla="*/ 287201 h 287201"/>
                <a:gd name="csX11" fmla="*/ 0 w 234450"/>
                <a:gd name="csY11" fmla="*/ 21314 h 287201"/>
                <a:gd name="csX12" fmla="*/ 21314 w 234450"/>
                <a:gd name="csY12" fmla="*/ 0 h 287201"/>
                <a:gd name="csX13" fmla="*/ 213137 w 234450"/>
                <a:gd name="csY13" fmla="*/ 0 h 287201"/>
                <a:gd name="csX14" fmla="*/ 234450 w 234450"/>
                <a:gd name="csY14" fmla="*/ 21314 h 287201"/>
                <a:gd name="csX15" fmla="*/ 234450 w 234450"/>
                <a:gd name="csY15" fmla="*/ 287201 h 28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34450" h="287201">
                  <a:moveTo>
                    <a:pt x="21260" y="21314"/>
                  </a:moveTo>
                  <a:lnTo>
                    <a:pt x="21260" y="250435"/>
                  </a:lnTo>
                  <a:lnTo>
                    <a:pt x="101187" y="204611"/>
                  </a:lnTo>
                  <a:lnTo>
                    <a:pt x="133157" y="204611"/>
                  </a:lnTo>
                  <a:lnTo>
                    <a:pt x="213083" y="250435"/>
                  </a:lnTo>
                  <a:lnTo>
                    <a:pt x="213083" y="21314"/>
                  </a:lnTo>
                  <a:lnTo>
                    <a:pt x="21260" y="21314"/>
                  </a:lnTo>
                  <a:close/>
                  <a:moveTo>
                    <a:pt x="234397" y="287201"/>
                  </a:moveTo>
                  <a:lnTo>
                    <a:pt x="127509" y="225925"/>
                  </a:lnTo>
                  <a:lnTo>
                    <a:pt x="106888" y="225925"/>
                  </a:lnTo>
                  <a:lnTo>
                    <a:pt x="0" y="28720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13137" y="0"/>
                  </a:lnTo>
                  <a:lnTo>
                    <a:pt x="234450" y="21314"/>
                  </a:lnTo>
                  <a:lnTo>
                    <a:pt x="234450" y="28720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C7CA0840-C20C-9FBA-288C-BA8C46B3A65D}"/>
              </a:ext>
            </a:extLst>
          </p:cNvPr>
          <p:cNvGrpSpPr/>
          <p:nvPr userDrawn="1"/>
        </p:nvGrpSpPr>
        <p:grpSpPr>
          <a:xfrm>
            <a:off x="6496537" y="3823441"/>
            <a:ext cx="287761" cy="272503"/>
            <a:chOff x="5726749" y="4127700"/>
            <a:chExt cx="287686" cy="272503"/>
          </a:xfrm>
        </p:grpSpPr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8E36AF2B-B416-6C10-4E3E-330FE8E3059F}"/>
                </a:ext>
              </a:extLst>
            </p:cNvPr>
            <p:cNvSpPr/>
            <p:nvPr/>
          </p:nvSpPr>
          <p:spPr>
            <a:xfrm>
              <a:off x="5726749" y="4127700"/>
              <a:ext cx="287686" cy="272503"/>
            </a:xfrm>
            <a:custGeom>
              <a:avLst/>
              <a:gdLst>
                <a:gd name="csX0" fmla="*/ 33995 w 287686"/>
                <a:gd name="csY0" fmla="*/ 20629 h 272503"/>
                <a:gd name="csX1" fmla="*/ 143708 w 287686"/>
                <a:gd name="csY1" fmla="*/ 18178 h 272503"/>
                <a:gd name="csX2" fmla="*/ 253206 w 287686"/>
                <a:gd name="csY2" fmla="*/ 20469 h 272503"/>
                <a:gd name="csX3" fmla="*/ 267380 w 287686"/>
                <a:gd name="csY3" fmla="*/ 148938 h 272503"/>
                <a:gd name="csX4" fmla="*/ 266794 w 287686"/>
                <a:gd name="csY4" fmla="*/ 149630 h 272503"/>
                <a:gd name="csX5" fmla="*/ 159906 w 287686"/>
                <a:gd name="csY5" fmla="*/ 272504 h 272503"/>
                <a:gd name="csX6" fmla="*/ 127775 w 287686"/>
                <a:gd name="csY6" fmla="*/ 272504 h 272503"/>
                <a:gd name="csX7" fmla="*/ 20728 w 287686"/>
                <a:gd name="csY7" fmla="*/ 149630 h 272503"/>
                <a:gd name="csX8" fmla="*/ 20141 w 287686"/>
                <a:gd name="csY8" fmla="*/ 148938 h 272503"/>
                <a:gd name="csX9" fmla="*/ 34102 w 287686"/>
                <a:gd name="csY9" fmla="*/ 20683 h 272503"/>
                <a:gd name="csX10" fmla="*/ 143708 w 287686"/>
                <a:gd name="csY10" fmla="*/ 46899 h 272503"/>
                <a:gd name="csX11" fmla="*/ 47636 w 287686"/>
                <a:gd name="csY11" fmla="*/ 37041 h 272503"/>
                <a:gd name="csX12" fmla="*/ 46198 w 287686"/>
                <a:gd name="csY12" fmla="*/ 38266 h 272503"/>
                <a:gd name="csX13" fmla="*/ 36713 w 287686"/>
                <a:gd name="csY13" fmla="*/ 135670 h 272503"/>
                <a:gd name="csX14" fmla="*/ 143760 w 287686"/>
                <a:gd name="csY14" fmla="*/ 258543 h 272503"/>
                <a:gd name="csX15" fmla="*/ 250649 w 287686"/>
                <a:gd name="csY15" fmla="*/ 135670 h 272503"/>
                <a:gd name="csX16" fmla="*/ 241164 w 287686"/>
                <a:gd name="csY16" fmla="*/ 38266 h 272503"/>
                <a:gd name="csX17" fmla="*/ 239725 w 287686"/>
                <a:gd name="csY17" fmla="*/ 37041 h 272503"/>
                <a:gd name="csX18" fmla="*/ 143654 w 287686"/>
                <a:gd name="csY18" fmla="*/ 46899 h 27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87686" h="272503">
                  <a:moveTo>
                    <a:pt x="33995" y="20629"/>
                  </a:moveTo>
                  <a:cubicBezTo>
                    <a:pt x="68577" y="-8197"/>
                    <a:pt x="112323" y="-4734"/>
                    <a:pt x="143708" y="18178"/>
                  </a:cubicBezTo>
                  <a:cubicBezTo>
                    <a:pt x="175038" y="-4734"/>
                    <a:pt x="218358" y="-7771"/>
                    <a:pt x="253206" y="20469"/>
                  </a:cubicBezTo>
                  <a:cubicBezTo>
                    <a:pt x="293702" y="53293"/>
                    <a:pt x="298658" y="109667"/>
                    <a:pt x="267380" y="148938"/>
                  </a:cubicBezTo>
                  <a:cubicBezTo>
                    <a:pt x="267167" y="149151"/>
                    <a:pt x="267007" y="149417"/>
                    <a:pt x="266794" y="149630"/>
                  </a:cubicBezTo>
                  <a:lnTo>
                    <a:pt x="159906" y="272504"/>
                  </a:lnTo>
                  <a:lnTo>
                    <a:pt x="127775" y="272504"/>
                  </a:lnTo>
                  <a:cubicBezTo>
                    <a:pt x="127775" y="272504"/>
                    <a:pt x="20728" y="149630"/>
                    <a:pt x="20728" y="149630"/>
                  </a:cubicBezTo>
                  <a:cubicBezTo>
                    <a:pt x="20514" y="149417"/>
                    <a:pt x="20301" y="149151"/>
                    <a:pt x="20141" y="148938"/>
                  </a:cubicBezTo>
                  <a:cubicBezTo>
                    <a:pt x="-11349" y="109454"/>
                    <a:pt x="-5328" y="53559"/>
                    <a:pt x="34102" y="20683"/>
                  </a:cubicBezTo>
                  <a:close/>
                  <a:moveTo>
                    <a:pt x="143708" y="46899"/>
                  </a:moveTo>
                  <a:cubicBezTo>
                    <a:pt x="119197" y="18978"/>
                    <a:pt x="78328" y="11465"/>
                    <a:pt x="47636" y="37041"/>
                  </a:cubicBezTo>
                  <a:lnTo>
                    <a:pt x="46198" y="38266"/>
                  </a:lnTo>
                  <a:cubicBezTo>
                    <a:pt x="16785" y="63949"/>
                    <a:pt x="12948" y="105884"/>
                    <a:pt x="36713" y="135670"/>
                  </a:cubicBezTo>
                  <a:lnTo>
                    <a:pt x="143760" y="258543"/>
                  </a:lnTo>
                  <a:lnTo>
                    <a:pt x="250649" y="135670"/>
                  </a:lnTo>
                  <a:cubicBezTo>
                    <a:pt x="274360" y="105884"/>
                    <a:pt x="271056" y="63736"/>
                    <a:pt x="241164" y="38266"/>
                  </a:cubicBezTo>
                  <a:lnTo>
                    <a:pt x="239725" y="37041"/>
                  </a:lnTo>
                  <a:cubicBezTo>
                    <a:pt x="208501" y="11731"/>
                    <a:pt x="168165" y="18978"/>
                    <a:pt x="143654" y="468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09E7002A-0D6A-500C-1615-ABB4979C4568}"/>
                </a:ext>
              </a:extLst>
            </p:cNvPr>
            <p:cNvSpPr/>
            <p:nvPr/>
          </p:nvSpPr>
          <p:spPr>
            <a:xfrm>
              <a:off x="5726749" y="4127700"/>
              <a:ext cx="287686" cy="272503"/>
            </a:xfrm>
            <a:custGeom>
              <a:avLst/>
              <a:gdLst>
                <a:gd name="csX0" fmla="*/ 33995 w 287686"/>
                <a:gd name="csY0" fmla="*/ 20629 h 272503"/>
                <a:gd name="csX1" fmla="*/ 143708 w 287686"/>
                <a:gd name="csY1" fmla="*/ 18178 h 272503"/>
                <a:gd name="csX2" fmla="*/ 253206 w 287686"/>
                <a:gd name="csY2" fmla="*/ 20469 h 272503"/>
                <a:gd name="csX3" fmla="*/ 267380 w 287686"/>
                <a:gd name="csY3" fmla="*/ 148938 h 272503"/>
                <a:gd name="csX4" fmla="*/ 266794 w 287686"/>
                <a:gd name="csY4" fmla="*/ 149630 h 272503"/>
                <a:gd name="csX5" fmla="*/ 159906 w 287686"/>
                <a:gd name="csY5" fmla="*/ 272504 h 272503"/>
                <a:gd name="csX6" fmla="*/ 127775 w 287686"/>
                <a:gd name="csY6" fmla="*/ 272504 h 272503"/>
                <a:gd name="csX7" fmla="*/ 20728 w 287686"/>
                <a:gd name="csY7" fmla="*/ 149630 h 272503"/>
                <a:gd name="csX8" fmla="*/ 20141 w 287686"/>
                <a:gd name="csY8" fmla="*/ 148938 h 272503"/>
                <a:gd name="csX9" fmla="*/ 34102 w 287686"/>
                <a:gd name="csY9" fmla="*/ 20683 h 272503"/>
                <a:gd name="csX10" fmla="*/ 143708 w 287686"/>
                <a:gd name="csY10" fmla="*/ 46899 h 272503"/>
                <a:gd name="csX11" fmla="*/ 47636 w 287686"/>
                <a:gd name="csY11" fmla="*/ 37041 h 272503"/>
                <a:gd name="csX12" fmla="*/ 46198 w 287686"/>
                <a:gd name="csY12" fmla="*/ 38266 h 272503"/>
                <a:gd name="csX13" fmla="*/ 36713 w 287686"/>
                <a:gd name="csY13" fmla="*/ 135670 h 272503"/>
                <a:gd name="csX14" fmla="*/ 143760 w 287686"/>
                <a:gd name="csY14" fmla="*/ 258543 h 272503"/>
                <a:gd name="csX15" fmla="*/ 250649 w 287686"/>
                <a:gd name="csY15" fmla="*/ 135670 h 272503"/>
                <a:gd name="csX16" fmla="*/ 241164 w 287686"/>
                <a:gd name="csY16" fmla="*/ 38266 h 272503"/>
                <a:gd name="csX17" fmla="*/ 239725 w 287686"/>
                <a:gd name="csY17" fmla="*/ 37041 h 272503"/>
                <a:gd name="csX18" fmla="*/ 143654 w 287686"/>
                <a:gd name="csY18" fmla="*/ 46899 h 27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87686" h="272503">
                  <a:moveTo>
                    <a:pt x="33995" y="20629"/>
                  </a:moveTo>
                  <a:cubicBezTo>
                    <a:pt x="68577" y="-8197"/>
                    <a:pt x="112323" y="-4734"/>
                    <a:pt x="143708" y="18178"/>
                  </a:cubicBezTo>
                  <a:cubicBezTo>
                    <a:pt x="175038" y="-4734"/>
                    <a:pt x="218358" y="-7771"/>
                    <a:pt x="253206" y="20469"/>
                  </a:cubicBezTo>
                  <a:cubicBezTo>
                    <a:pt x="293702" y="53293"/>
                    <a:pt x="298658" y="109667"/>
                    <a:pt x="267380" y="148938"/>
                  </a:cubicBezTo>
                  <a:cubicBezTo>
                    <a:pt x="267167" y="149151"/>
                    <a:pt x="267007" y="149417"/>
                    <a:pt x="266794" y="149630"/>
                  </a:cubicBezTo>
                  <a:lnTo>
                    <a:pt x="159906" y="272504"/>
                  </a:lnTo>
                  <a:lnTo>
                    <a:pt x="127775" y="272504"/>
                  </a:lnTo>
                  <a:cubicBezTo>
                    <a:pt x="127775" y="272504"/>
                    <a:pt x="20728" y="149630"/>
                    <a:pt x="20728" y="149630"/>
                  </a:cubicBezTo>
                  <a:cubicBezTo>
                    <a:pt x="20514" y="149417"/>
                    <a:pt x="20301" y="149151"/>
                    <a:pt x="20141" y="148938"/>
                  </a:cubicBezTo>
                  <a:cubicBezTo>
                    <a:pt x="-11349" y="109454"/>
                    <a:pt x="-5328" y="53559"/>
                    <a:pt x="34102" y="20683"/>
                  </a:cubicBezTo>
                  <a:close/>
                  <a:moveTo>
                    <a:pt x="143708" y="46899"/>
                  </a:moveTo>
                  <a:cubicBezTo>
                    <a:pt x="119197" y="18978"/>
                    <a:pt x="78328" y="11465"/>
                    <a:pt x="47636" y="37041"/>
                  </a:cubicBezTo>
                  <a:lnTo>
                    <a:pt x="46198" y="38266"/>
                  </a:lnTo>
                  <a:cubicBezTo>
                    <a:pt x="16785" y="63949"/>
                    <a:pt x="12948" y="105884"/>
                    <a:pt x="36713" y="135670"/>
                  </a:cubicBezTo>
                  <a:lnTo>
                    <a:pt x="143760" y="258543"/>
                  </a:lnTo>
                  <a:lnTo>
                    <a:pt x="250649" y="135670"/>
                  </a:lnTo>
                  <a:cubicBezTo>
                    <a:pt x="274360" y="105884"/>
                    <a:pt x="271056" y="63736"/>
                    <a:pt x="241164" y="38266"/>
                  </a:cubicBezTo>
                  <a:lnTo>
                    <a:pt x="239725" y="37041"/>
                  </a:lnTo>
                  <a:cubicBezTo>
                    <a:pt x="208501" y="11731"/>
                    <a:pt x="168165" y="18978"/>
                    <a:pt x="143654" y="468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75F087CE-7ED9-EF76-C79B-29EC66A9DB89}"/>
              </a:ext>
            </a:extLst>
          </p:cNvPr>
          <p:cNvGrpSpPr/>
          <p:nvPr userDrawn="1"/>
        </p:nvGrpSpPr>
        <p:grpSpPr>
          <a:xfrm>
            <a:off x="8808235" y="3807624"/>
            <a:ext cx="289407" cy="287628"/>
            <a:chOff x="7781813" y="4111883"/>
            <a:chExt cx="289332" cy="287628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FC88B77B-574C-9BB0-083B-BCABCAC6ED9A}"/>
                </a:ext>
              </a:extLst>
            </p:cNvPr>
            <p:cNvSpPr/>
            <p:nvPr/>
          </p:nvSpPr>
          <p:spPr>
            <a:xfrm>
              <a:off x="7781813" y="4111883"/>
              <a:ext cx="289332" cy="287628"/>
            </a:xfrm>
            <a:custGeom>
              <a:avLst/>
              <a:gdLst>
                <a:gd name="csX0" fmla="*/ 268019 w 289332"/>
                <a:gd name="csY0" fmla="*/ 142588 h 287628"/>
                <a:gd name="csX1" fmla="*/ 144027 w 289332"/>
                <a:gd name="csY1" fmla="*/ 21207 h 287628"/>
                <a:gd name="csX2" fmla="*/ 22912 w 289332"/>
                <a:gd name="csY2" fmla="*/ 143761 h 287628"/>
                <a:gd name="csX3" fmla="*/ 27707 w 289332"/>
                <a:gd name="csY3" fmla="*/ 177703 h 287628"/>
                <a:gd name="csX4" fmla="*/ 27707 w 289332"/>
                <a:gd name="csY4" fmla="*/ 177703 h 287628"/>
                <a:gd name="csX5" fmla="*/ 33995 w 289332"/>
                <a:gd name="csY5" fmla="*/ 196938 h 287628"/>
                <a:gd name="csX6" fmla="*/ 35807 w 289332"/>
                <a:gd name="csY6" fmla="*/ 203759 h 287628"/>
                <a:gd name="csX7" fmla="*/ 35913 w 289332"/>
                <a:gd name="csY7" fmla="*/ 209727 h 287628"/>
                <a:gd name="csX8" fmla="*/ 34261 w 289332"/>
                <a:gd name="csY8" fmla="*/ 216600 h 287628"/>
                <a:gd name="csX9" fmla="*/ 24511 w 289332"/>
                <a:gd name="csY9" fmla="*/ 249103 h 287628"/>
                <a:gd name="csX10" fmla="*/ 40336 w 289332"/>
                <a:gd name="csY10" fmla="*/ 261785 h 287628"/>
                <a:gd name="csX11" fmla="*/ 68843 w 289332"/>
                <a:gd name="csY11" fmla="*/ 248358 h 287628"/>
                <a:gd name="csX12" fmla="*/ 80406 w 289332"/>
                <a:gd name="csY12" fmla="*/ 249956 h 287628"/>
                <a:gd name="csX13" fmla="*/ 83603 w 289332"/>
                <a:gd name="csY13" fmla="*/ 251661 h 287628"/>
                <a:gd name="csX14" fmla="*/ 97723 w 289332"/>
                <a:gd name="csY14" fmla="*/ 257522 h 287628"/>
                <a:gd name="csX15" fmla="*/ 150794 w 289332"/>
                <a:gd name="csY15" fmla="*/ 266261 h 287628"/>
                <a:gd name="csX16" fmla="*/ 268019 w 289332"/>
                <a:gd name="csY16" fmla="*/ 142535 h 287628"/>
                <a:gd name="csX17" fmla="*/ 289333 w 289332"/>
                <a:gd name="csY17" fmla="*/ 142588 h 287628"/>
                <a:gd name="csX18" fmla="*/ 150794 w 289332"/>
                <a:gd name="csY18" fmla="*/ 287628 h 287628"/>
                <a:gd name="csX19" fmla="*/ 90636 w 289332"/>
                <a:gd name="csY19" fmla="*/ 277717 h 287628"/>
                <a:gd name="csX20" fmla="*/ 74118 w 289332"/>
                <a:gd name="csY20" fmla="*/ 270790 h 287628"/>
                <a:gd name="csX21" fmla="*/ 72786 w 289332"/>
                <a:gd name="csY21" fmla="*/ 270151 h 287628"/>
                <a:gd name="csX22" fmla="*/ 37406 w 289332"/>
                <a:gd name="csY22" fmla="*/ 286829 h 287628"/>
                <a:gd name="csX23" fmla="*/ 0 w 289332"/>
                <a:gd name="csY23" fmla="*/ 256883 h 287628"/>
                <a:gd name="csX24" fmla="*/ 13854 w 289332"/>
                <a:gd name="csY24" fmla="*/ 210579 h 287628"/>
                <a:gd name="csX25" fmla="*/ 14600 w 289332"/>
                <a:gd name="csY25" fmla="*/ 208021 h 287628"/>
                <a:gd name="csX26" fmla="*/ 14706 w 289332"/>
                <a:gd name="csY26" fmla="*/ 207542 h 287628"/>
                <a:gd name="csX27" fmla="*/ 14706 w 289332"/>
                <a:gd name="csY27" fmla="*/ 206743 h 287628"/>
                <a:gd name="csX28" fmla="*/ 14600 w 289332"/>
                <a:gd name="csY28" fmla="*/ 206263 h 287628"/>
                <a:gd name="csX29" fmla="*/ 13747 w 289332"/>
                <a:gd name="csY29" fmla="*/ 203705 h 287628"/>
                <a:gd name="csX30" fmla="*/ 7460 w 289332"/>
                <a:gd name="csY30" fmla="*/ 184470 h 287628"/>
                <a:gd name="csX31" fmla="*/ 7460 w 289332"/>
                <a:gd name="csY31" fmla="*/ 184470 h 287628"/>
                <a:gd name="csX32" fmla="*/ 1598 w 289332"/>
                <a:gd name="csY32" fmla="*/ 143867 h 287628"/>
                <a:gd name="csX33" fmla="*/ 144027 w 289332"/>
                <a:gd name="csY33" fmla="*/ 0 h 287628"/>
                <a:gd name="csX34" fmla="*/ 289333 w 289332"/>
                <a:gd name="csY34" fmla="*/ 142695 h 287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89332" h="287628">
                  <a:moveTo>
                    <a:pt x="268019" y="142588"/>
                  </a:moveTo>
                  <a:cubicBezTo>
                    <a:pt x="268019" y="75877"/>
                    <a:pt x="209726" y="21207"/>
                    <a:pt x="144027" y="21207"/>
                  </a:cubicBezTo>
                  <a:cubicBezTo>
                    <a:pt x="78327" y="21207"/>
                    <a:pt x="22912" y="76676"/>
                    <a:pt x="22912" y="143761"/>
                  </a:cubicBezTo>
                  <a:cubicBezTo>
                    <a:pt x="22912" y="157775"/>
                    <a:pt x="23818" y="165874"/>
                    <a:pt x="27707" y="177703"/>
                  </a:cubicBezTo>
                  <a:lnTo>
                    <a:pt x="27707" y="177703"/>
                  </a:lnTo>
                  <a:cubicBezTo>
                    <a:pt x="27707" y="177703"/>
                    <a:pt x="33995" y="196938"/>
                    <a:pt x="33995" y="196938"/>
                  </a:cubicBezTo>
                  <a:cubicBezTo>
                    <a:pt x="34688" y="199016"/>
                    <a:pt x="35487" y="201308"/>
                    <a:pt x="35807" y="203759"/>
                  </a:cubicBezTo>
                  <a:cubicBezTo>
                    <a:pt x="36073" y="205730"/>
                    <a:pt x="36127" y="207755"/>
                    <a:pt x="35913" y="209727"/>
                  </a:cubicBezTo>
                  <a:cubicBezTo>
                    <a:pt x="35647" y="212177"/>
                    <a:pt x="34901" y="214469"/>
                    <a:pt x="34261" y="216600"/>
                  </a:cubicBezTo>
                  <a:lnTo>
                    <a:pt x="24511" y="249103"/>
                  </a:lnTo>
                  <a:lnTo>
                    <a:pt x="40336" y="261785"/>
                  </a:lnTo>
                  <a:lnTo>
                    <a:pt x="68843" y="248358"/>
                  </a:lnTo>
                  <a:cubicBezTo>
                    <a:pt x="72786" y="246492"/>
                    <a:pt x="77315" y="247292"/>
                    <a:pt x="80406" y="249956"/>
                  </a:cubicBezTo>
                  <a:cubicBezTo>
                    <a:pt x="81152" y="250382"/>
                    <a:pt x="82217" y="250968"/>
                    <a:pt x="83603" y="251661"/>
                  </a:cubicBezTo>
                  <a:cubicBezTo>
                    <a:pt x="86747" y="253206"/>
                    <a:pt x="91488" y="255391"/>
                    <a:pt x="97723" y="257522"/>
                  </a:cubicBezTo>
                  <a:cubicBezTo>
                    <a:pt x="110085" y="261838"/>
                    <a:pt x="128201" y="266261"/>
                    <a:pt x="150794" y="266261"/>
                  </a:cubicBezTo>
                  <a:cubicBezTo>
                    <a:pt x="215587" y="266261"/>
                    <a:pt x="268019" y="210206"/>
                    <a:pt x="268019" y="142535"/>
                  </a:cubicBezTo>
                  <a:close/>
                  <a:moveTo>
                    <a:pt x="289333" y="142588"/>
                  </a:moveTo>
                  <a:cubicBezTo>
                    <a:pt x="289333" y="220809"/>
                    <a:pt x="228536" y="287628"/>
                    <a:pt x="150794" y="287628"/>
                  </a:cubicBezTo>
                  <a:cubicBezTo>
                    <a:pt x="125431" y="287628"/>
                    <a:pt x="104916" y="282673"/>
                    <a:pt x="90636" y="277717"/>
                  </a:cubicBezTo>
                  <a:cubicBezTo>
                    <a:pt x="83549" y="275213"/>
                    <a:pt x="77955" y="272709"/>
                    <a:pt x="74118" y="270790"/>
                  </a:cubicBezTo>
                  <a:cubicBezTo>
                    <a:pt x="73638" y="270577"/>
                    <a:pt x="73212" y="270311"/>
                    <a:pt x="72786" y="270151"/>
                  </a:cubicBezTo>
                  <a:lnTo>
                    <a:pt x="37406" y="286829"/>
                  </a:lnTo>
                  <a:lnTo>
                    <a:pt x="0" y="256883"/>
                  </a:lnTo>
                  <a:lnTo>
                    <a:pt x="13854" y="210579"/>
                  </a:lnTo>
                  <a:cubicBezTo>
                    <a:pt x="14226" y="209247"/>
                    <a:pt x="14440" y="208554"/>
                    <a:pt x="14600" y="208021"/>
                  </a:cubicBezTo>
                  <a:cubicBezTo>
                    <a:pt x="14706" y="207542"/>
                    <a:pt x="14706" y="207488"/>
                    <a:pt x="14706" y="207542"/>
                  </a:cubicBezTo>
                  <a:cubicBezTo>
                    <a:pt x="14760" y="207275"/>
                    <a:pt x="14760" y="207009"/>
                    <a:pt x="14706" y="206743"/>
                  </a:cubicBezTo>
                  <a:cubicBezTo>
                    <a:pt x="14706" y="206796"/>
                    <a:pt x="14706" y="206743"/>
                    <a:pt x="14600" y="206263"/>
                  </a:cubicBezTo>
                  <a:cubicBezTo>
                    <a:pt x="14440" y="205730"/>
                    <a:pt x="14174" y="204984"/>
                    <a:pt x="13747" y="203705"/>
                  </a:cubicBezTo>
                  <a:lnTo>
                    <a:pt x="7460" y="184470"/>
                  </a:lnTo>
                  <a:lnTo>
                    <a:pt x="7460" y="184470"/>
                  </a:lnTo>
                  <a:cubicBezTo>
                    <a:pt x="2664" y="169817"/>
                    <a:pt x="1598" y="159373"/>
                    <a:pt x="1598" y="143867"/>
                  </a:cubicBezTo>
                  <a:cubicBezTo>
                    <a:pt x="1598" y="65113"/>
                    <a:pt x="66819" y="0"/>
                    <a:pt x="144027" y="0"/>
                  </a:cubicBezTo>
                  <a:cubicBezTo>
                    <a:pt x="221236" y="0"/>
                    <a:pt x="289333" y="63515"/>
                    <a:pt x="289333" y="142695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F92E9AAF-5BF3-A5B0-5769-539B353EFC8C}"/>
                </a:ext>
              </a:extLst>
            </p:cNvPr>
            <p:cNvSpPr/>
            <p:nvPr/>
          </p:nvSpPr>
          <p:spPr>
            <a:xfrm>
              <a:off x="7781813" y="4111883"/>
              <a:ext cx="289332" cy="287628"/>
            </a:xfrm>
            <a:custGeom>
              <a:avLst/>
              <a:gdLst>
                <a:gd name="csX0" fmla="*/ 268019 w 289332"/>
                <a:gd name="csY0" fmla="*/ 142588 h 287628"/>
                <a:gd name="csX1" fmla="*/ 144027 w 289332"/>
                <a:gd name="csY1" fmla="*/ 21207 h 287628"/>
                <a:gd name="csX2" fmla="*/ 22912 w 289332"/>
                <a:gd name="csY2" fmla="*/ 143761 h 287628"/>
                <a:gd name="csX3" fmla="*/ 27707 w 289332"/>
                <a:gd name="csY3" fmla="*/ 177703 h 287628"/>
                <a:gd name="csX4" fmla="*/ 27707 w 289332"/>
                <a:gd name="csY4" fmla="*/ 177703 h 287628"/>
                <a:gd name="csX5" fmla="*/ 33995 w 289332"/>
                <a:gd name="csY5" fmla="*/ 196938 h 287628"/>
                <a:gd name="csX6" fmla="*/ 35807 w 289332"/>
                <a:gd name="csY6" fmla="*/ 203759 h 287628"/>
                <a:gd name="csX7" fmla="*/ 35913 w 289332"/>
                <a:gd name="csY7" fmla="*/ 209727 h 287628"/>
                <a:gd name="csX8" fmla="*/ 34261 w 289332"/>
                <a:gd name="csY8" fmla="*/ 216600 h 287628"/>
                <a:gd name="csX9" fmla="*/ 24511 w 289332"/>
                <a:gd name="csY9" fmla="*/ 249103 h 287628"/>
                <a:gd name="csX10" fmla="*/ 40336 w 289332"/>
                <a:gd name="csY10" fmla="*/ 261785 h 287628"/>
                <a:gd name="csX11" fmla="*/ 68843 w 289332"/>
                <a:gd name="csY11" fmla="*/ 248358 h 287628"/>
                <a:gd name="csX12" fmla="*/ 80406 w 289332"/>
                <a:gd name="csY12" fmla="*/ 249956 h 287628"/>
                <a:gd name="csX13" fmla="*/ 83603 w 289332"/>
                <a:gd name="csY13" fmla="*/ 251661 h 287628"/>
                <a:gd name="csX14" fmla="*/ 97723 w 289332"/>
                <a:gd name="csY14" fmla="*/ 257522 h 287628"/>
                <a:gd name="csX15" fmla="*/ 150794 w 289332"/>
                <a:gd name="csY15" fmla="*/ 266261 h 287628"/>
                <a:gd name="csX16" fmla="*/ 268019 w 289332"/>
                <a:gd name="csY16" fmla="*/ 142535 h 287628"/>
                <a:gd name="csX17" fmla="*/ 289333 w 289332"/>
                <a:gd name="csY17" fmla="*/ 142588 h 287628"/>
                <a:gd name="csX18" fmla="*/ 150794 w 289332"/>
                <a:gd name="csY18" fmla="*/ 287628 h 287628"/>
                <a:gd name="csX19" fmla="*/ 90636 w 289332"/>
                <a:gd name="csY19" fmla="*/ 277717 h 287628"/>
                <a:gd name="csX20" fmla="*/ 74118 w 289332"/>
                <a:gd name="csY20" fmla="*/ 270790 h 287628"/>
                <a:gd name="csX21" fmla="*/ 72786 w 289332"/>
                <a:gd name="csY21" fmla="*/ 270151 h 287628"/>
                <a:gd name="csX22" fmla="*/ 37406 w 289332"/>
                <a:gd name="csY22" fmla="*/ 286829 h 287628"/>
                <a:gd name="csX23" fmla="*/ 0 w 289332"/>
                <a:gd name="csY23" fmla="*/ 256883 h 287628"/>
                <a:gd name="csX24" fmla="*/ 13854 w 289332"/>
                <a:gd name="csY24" fmla="*/ 210579 h 287628"/>
                <a:gd name="csX25" fmla="*/ 14600 w 289332"/>
                <a:gd name="csY25" fmla="*/ 208021 h 287628"/>
                <a:gd name="csX26" fmla="*/ 14706 w 289332"/>
                <a:gd name="csY26" fmla="*/ 207542 h 287628"/>
                <a:gd name="csX27" fmla="*/ 14706 w 289332"/>
                <a:gd name="csY27" fmla="*/ 206743 h 287628"/>
                <a:gd name="csX28" fmla="*/ 14600 w 289332"/>
                <a:gd name="csY28" fmla="*/ 206263 h 287628"/>
                <a:gd name="csX29" fmla="*/ 13747 w 289332"/>
                <a:gd name="csY29" fmla="*/ 203705 h 287628"/>
                <a:gd name="csX30" fmla="*/ 7460 w 289332"/>
                <a:gd name="csY30" fmla="*/ 184470 h 287628"/>
                <a:gd name="csX31" fmla="*/ 7460 w 289332"/>
                <a:gd name="csY31" fmla="*/ 184470 h 287628"/>
                <a:gd name="csX32" fmla="*/ 1598 w 289332"/>
                <a:gd name="csY32" fmla="*/ 143867 h 287628"/>
                <a:gd name="csX33" fmla="*/ 144027 w 289332"/>
                <a:gd name="csY33" fmla="*/ 0 h 287628"/>
                <a:gd name="csX34" fmla="*/ 289333 w 289332"/>
                <a:gd name="csY34" fmla="*/ 142695 h 287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89332" h="287628">
                  <a:moveTo>
                    <a:pt x="268019" y="142588"/>
                  </a:moveTo>
                  <a:cubicBezTo>
                    <a:pt x="268019" y="75877"/>
                    <a:pt x="209726" y="21207"/>
                    <a:pt x="144027" y="21207"/>
                  </a:cubicBezTo>
                  <a:cubicBezTo>
                    <a:pt x="78327" y="21207"/>
                    <a:pt x="22912" y="76676"/>
                    <a:pt x="22912" y="143761"/>
                  </a:cubicBezTo>
                  <a:cubicBezTo>
                    <a:pt x="22912" y="157775"/>
                    <a:pt x="23818" y="165874"/>
                    <a:pt x="27707" y="177703"/>
                  </a:cubicBezTo>
                  <a:lnTo>
                    <a:pt x="27707" y="177703"/>
                  </a:lnTo>
                  <a:cubicBezTo>
                    <a:pt x="27707" y="177703"/>
                    <a:pt x="33995" y="196938"/>
                    <a:pt x="33995" y="196938"/>
                  </a:cubicBezTo>
                  <a:cubicBezTo>
                    <a:pt x="34688" y="199016"/>
                    <a:pt x="35487" y="201308"/>
                    <a:pt x="35807" y="203759"/>
                  </a:cubicBezTo>
                  <a:cubicBezTo>
                    <a:pt x="36073" y="205730"/>
                    <a:pt x="36127" y="207755"/>
                    <a:pt x="35913" y="209727"/>
                  </a:cubicBezTo>
                  <a:cubicBezTo>
                    <a:pt x="35647" y="212177"/>
                    <a:pt x="34901" y="214469"/>
                    <a:pt x="34261" y="216600"/>
                  </a:cubicBezTo>
                  <a:lnTo>
                    <a:pt x="24511" y="249103"/>
                  </a:lnTo>
                  <a:lnTo>
                    <a:pt x="40336" y="261785"/>
                  </a:lnTo>
                  <a:lnTo>
                    <a:pt x="68843" y="248358"/>
                  </a:lnTo>
                  <a:cubicBezTo>
                    <a:pt x="72786" y="246492"/>
                    <a:pt x="77315" y="247292"/>
                    <a:pt x="80406" y="249956"/>
                  </a:cubicBezTo>
                  <a:cubicBezTo>
                    <a:pt x="81152" y="250382"/>
                    <a:pt x="82217" y="250968"/>
                    <a:pt x="83603" y="251661"/>
                  </a:cubicBezTo>
                  <a:cubicBezTo>
                    <a:pt x="86747" y="253206"/>
                    <a:pt x="91488" y="255391"/>
                    <a:pt x="97723" y="257522"/>
                  </a:cubicBezTo>
                  <a:cubicBezTo>
                    <a:pt x="110085" y="261838"/>
                    <a:pt x="128201" y="266261"/>
                    <a:pt x="150794" y="266261"/>
                  </a:cubicBezTo>
                  <a:cubicBezTo>
                    <a:pt x="215587" y="266261"/>
                    <a:pt x="268019" y="210206"/>
                    <a:pt x="268019" y="142535"/>
                  </a:cubicBezTo>
                  <a:close/>
                  <a:moveTo>
                    <a:pt x="289333" y="142588"/>
                  </a:moveTo>
                  <a:cubicBezTo>
                    <a:pt x="289333" y="220809"/>
                    <a:pt x="228536" y="287628"/>
                    <a:pt x="150794" y="287628"/>
                  </a:cubicBezTo>
                  <a:cubicBezTo>
                    <a:pt x="125431" y="287628"/>
                    <a:pt x="104916" y="282673"/>
                    <a:pt x="90636" y="277717"/>
                  </a:cubicBezTo>
                  <a:cubicBezTo>
                    <a:pt x="83549" y="275213"/>
                    <a:pt x="77955" y="272709"/>
                    <a:pt x="74118" y="270790"/>
                  </a:cubicBezTo>
                  <a:cubicBezTo>
                    <a:pt x="73638" y="270577"/>
                    <a:pt x="73212" y="270311"/>
                    <a:pt x="72786" y="270151"/>
                  </a:cubicBezTo>
                  <a:lnTo>
                    <a:pt x="37406" y="286829"/>
                  </a:lnTo>
                  <a:lnTo>
                    <a:pt x="0" y="256883"/>
                  </a:lnTo>
                  <a:lnTo>
                    <a:pt x="13854" y="210579"/>
                  </a:lnTo>
                  <a:cubicBezTo>
                    <a:pt x="14226" y="209247"/>
                    <a:pt x="14440" y="208554"/>
                    <a:pt x="14600" y="208021"/>
                  </a:cubicBezTo>
                  <a:cubicBezTo>
                    <a:pt x="14706" y="207542"/>
                    <a:pt x="14706" y="207488"/>
                    <a:pt x="14706" y="207542"/>
                  </a:cubicBezTo>
                  <a:cubicBezTo>
                    <a:pt x="14760" y="207275"/>
                    <a:pt x="14760" y="207009"/>
                    <a:pt x="14706" y="206743"/>
                  </a:cubicBezTo>
                  <a:cubicBezTo>
                    <a:pt x="14706" y="206796"/>
                    <a:pt x="14706" y="206743"/>
                    <a:pt x="14600" y="206263"/>
                  </a:cubicBezTo>
                  <a:cubicBezTo>
                    <a:pt x="14440" y="205730"/>
                    <a:pt x="14174" y="204984"/>
                    <a:pt x="13747" y="203705"/>
                  </a:cubicBezTo>
                  <a:lnTo>
                    <a:pt x="7460" y="184470"/>
                  </a:lnTo>
                  <a:lnTo>
                    <a:pt x="7460" y="184470"/>
                  </a:lnTo>
                  <a:cubicBezTo>
                    <a:pt x="2664" y="169817"/>
                    <a:pt x="1598" y="159373"/>
                    <a:pt x="1598" y="143867"/>
                  </a:cubicBezTo>
                  <a:cubicBezTo>
                    <a:pt x="1598" y="65113"/>
                    <a:pt x="66819" y="0"/>
                    <a:pt x="144027" y="0"/>
                  </a:cubicBezTo>
                  <a:cubicBezTo>
                    <a:pt x="221236" y="0"/>
                    <a:pt x="289333" y="63515"/>
                    <a:pt x="289333" y="142695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2688E751-5D1D-AE96-6C33-3455AB160074}"/>
              </a:ext>
            </a:extLst>
          </p:cNvPr>
          <p:cNvGrpSpPr/>
          <p:nvPr userDrawn="1"/>
        </p:nvGrpSpPr>
        <p:grpSpPr>
          <a:xfrm>
            <a:off x="8812711" y="4766579"/>
            <a:ext cx="284930" cy="284963"/>
            <a:chOff x="7786288" y="5070837"/>
            <a:chExt cx="284856" cy="284963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ED108C4D-70F4-4BA2-6310-BB5EBC360D9D}"/>
                </a:ext>
              </a:extLst>
            </p:cNvPr>
            <p:cNvSpPr/>
            <p:nvPr/>
          </p:nvSpPr>
          <p:spPr>
            <a:xfrm>
              <a:off x="7786288" y="5070837"/>
              <a:ext cx="284856" cy="284963"/>
            </a:xfrm>
            <a:custGeom>
              <a:avLst/>
              <a:gdLst>
                <a:gd name="csX0" fmla="*/ 263543 w 284856"/>
                <a:gd name="csY0" fmla="*/ 101400 h 284963"/>
                <a:gd name="csX1" fmla="*/ 261625 w 284856"/>
                <a:gd name="csY1" fmla="*/ 83443 h 284963"/>
                <a:gd name="csX2" fmla="*/ 214948 w 284856"/>
                <a:gd name="csY2" fmla="*/ 127722 h 284963"/>
                <a:gd name="csX3" fmla="*/ 200082 w 284856"/>
                <a:gd name="csY3" fmla="*/ 127509 h 284963"/>
                <a:gd name="csX4" fmla="*/ 157455 w 284856"/>
                <a:gd name="csY4" fmla="*/ 84882 h 284963"/>
                <a:gd name="csX5" fmla="*/ 157455 w 284856"/>
                <a:gd name="csY5" fmla="*/ 69802 h 284963"/>
                <a:gd name="csX6" fmla="*/ 176051 w 284856"/>
                <a:gd name="csY6" fmla="*/ 51153 h 284963"/>
                <a:gd name="csX7" fmla="*/ 203865 w 284856"/>
                <a:gd name="csY7" fmla="*/ 23178 h 284963"/>
                <a:gd name="csX8" fmla="*/ 187773 w 284856"/>
                <a:gd name="csY8" fmla="*/ 21367 h 284963"/>
                <a:gd name="csX9" fmla="*/ 112057 w 284856"/>
                <a:gd name="csY9" fmla="*/ 101400 h 284963"/>
                <a:gd name="csX10" fmla="*/ 114242 w 284856"/>
                <a:gd name="csY10" fmla="*/ 120529 h 284963"/>
                <a:gd name="csX11" fmla="*/ 116213 w 284856"/>
                <a:gd name="csY11" fmla="*/ 129534 h 284963"/>
                <a:gd name="csX12" fmla="*/ 116906 w 284856"/>
                <a:gd name="csY12" fmla="*/ 137047 h 284963"/>
                <a:gd name="csX13" fmla="*/ 114242 w 284856"/>
                <a:gd name="csY13" fmla="*/ 147011 h 284963"/>
                <a:gd name="csX14" fmla="*/ 105450 w 284856"/>
                <a:gd name="csY14" fmla="*/ 157934 h 284963"/>
                <a:gd name="csX15" fmla="*/ 104810 w 284856"/>
                <a:gd name="csY15" fmla="*/ 158574 h 284963"/>
                <a:gd name="csX16" fmla="*/ 23072 w 284856"/>
                <a:gd name="csY16" fmla="*/ 230401 h 284963"/>
                <a:gd name="csX17" fmla="*/ 52751 w 284856"/>
                <a:gd name="csY17" fmla="*/ 262211 h 284963"/>
                <a:gd name="csX18" fmla="*/ 133477 w 284856"/>
                <a:gd name="csY18" fmla="*/ 188306 h 284963"/>
                <a:gd name="csX19" fmla="*/ 138325 w 284856"/>
                <a:gd name="csY19" fmla="*/ 183404 h 284963"/>
                <a:gd name="csX20" fmla="*/ 143761 w 284856"/>
                <a:gd name="csY20" fmla="*/ 179301 h 284963"/>
                <a:gd name="csX21" fmla="*/ 144827 w 284856"/>
                <a:gd name="csY21" fmla="*/ 178715 h 284963"/>
                <a:gd name="csX22" fmla="*/ 148556 w 284856"/>
                <a:gd name="csY22" fmla="*/ 177223 h 284963"/>
                <a:gd name="csX23" fmla="*/ 153725 w 284856"/>
                <a:gd name="csY23" fmla="*/ 176370 h 284963"/>
                <a:gd name="csX24" fmla="*/ 154737 w 284856"/>
                <a:gd name="csY24" fmla="*/ 176370 h 284963"/>
                <a:gd name="csX25" fmla="*/ 161291 w 284856"/>
                <a:gd name="csY25" fmla="*/ 177116 h 284963"/>
                <a:gd name="csX26" fmla="*/ 169923 w 284856"/>
                <a:gd name="csY26" fmla="*/ 179248 h 284963"/>
                <a:gd name="csX27" fmla="*/ 187773 w 284856"/>
                <a:gd name="csY27" fmla="*/ 181486 h 284963"/>
                <a:gd name="csX28" fmla="*/ 263543 w 284856"/>
                <a:gd name="csY28" fmla="*/ 101453 h 284963"/>
                <a:gd name="csX29" fmla="*/ 284857 w 284856"/>
                <a:gd name="csY29" fmla="*/ 101400 h 284963"/>
                <a:gd name="csX30" fmla="*/ 187773 w 284856"/>
                <a:gd name="csY30" fmla="*/ 202746 h 284963"/>
                <a:gd name="csX31" fmla="*/ 164648 w 284856"/>
                <a:gd name="csY31" fmla="*/ 199816 h 284963"/>
                <a:gd name="csX32" fmla="*/ 156869 w 284856"/>
                <a:gd name="csY32" fmla="*/ 197897 h 284963"/>
                <a:gd name="csX33" fmla="*/ 155057 w 284856"/>
                <a:gd name="csY33" fmla="*/ 197578 h 284963"/>
                <a:gd name="csX34" fmla="*/ 154577 w 284856"/>
                <a:gd name="csY34" fmla="*/ 197578 h 284963"/>
                <a:gd name="csX35" fmla="*/ 153991 w 284856"/>
                <a:gd name="csY35" fmla="*/ 197897 h 284963"/>
                <a:gd name="csX36" fmla="*/ 152979 w 284856"/>
                <a:gd name="csY36" fmla="*/ 198803 h 284963"/>
                <a:gd name="csX37" fmla="*/ 148663 w 284856"/>
                <a:gd name="csY37" fmla="*/ 203172 h 284963"/>
                <a:gd name="csX38" fmla="*/ 148130 w 284856"/>
                <a:gd name="csY38" fmla="*/ 203705 h 284963"/>
                <a:gd name="csX39" fmla="*/ 59359 w 284856"/>
                <a:gd name="csY39" fmla="*/ 284963 h 284963"/>
                <a:gd name="csX40" fmla="*/ 44385 w 284856"/>
                <a:gd name="csY40" fmla="*/ 284377 h 284963"/>
                <a:gd name="csX41" fmla="*/ 0 w 284856"/>
                <a:gd name="csY41" fmla="*/ 236848 h 284963"/>
                <a:gd name="csX42" fmla="*/ 746 w 284856"/>
                <a:gd name="csY42" fmla="*/ 221556 h 284963"/>
                <a:gd name="csX43" fmla="*/ 90370 w 284856"/>
                <a:gd name="csY43" fmla="*/ 142801 h 284963"/>
                <a:gd name="csX44" fmla="*/ 94207 w 284856"/>
                <a:gd name="csY44" fmla="*/ 138645 h 284963"/>
                <a:gd name="csX45" fmla="*/ 95112 w 284856"/>
                <a:gd name="csY45" fmla="*/ 137526 h 284963"/>
                <a:gd name="csX46" fmla="*/ 95485 w 284856"/>
                <a:gd name="csY46" fmla="*/ 136780 h 284963"/>
                <a:gd name="csX47" fmla="*/ 95539 w 284856"/>
                <a:gd name="csY47" fmla="*/ 136621 h 284963"/>
                <a:gd name="csX48" fmla="*/ 95539 w 284856"/>
                <a:gd name="csY48" fmla="*/ 136461 h 284963"/>
                <a:gd name="csX49" fmla="*/ 95645 w 284856"/>
                <a:gd name="csY49" fmla="*/ 135608 h 284963"/>
                <a:gd name="csX50" fmla="*/ 95272 w 284856"/>
                <a:gd name="csY50" fmla="*/ 133477 h 284963"/>
                <a:gd name="csX51" fmla="*/ 93461 w 284856"/>
                <a:gd name="csY51" fmla="*/ 125271 h 284963"/>
                <a:gd name="csX52" fmla="*/ 90743 w 284856"/>
                <a:gd name="csY52" fmla="*/ 101347 h 284963"/>
                <a:gd name="csX53" fmla="*/ 187773 w 284856"/>
                <a:gd name="csY53" fmla="*/ 0 h 284963"/>
                <a:gd name="csX54" fmla="*/ 227950 w 284856"/>
                <a:gd name="csY54" fmla="*/ 9058 h 284963"/>
                <a:gd name="csX55" fmla="*/ 230933 w 284856"/>
                <a:gd name="csY55" fmla="*/ 26216 h 284963"/>
                <a:gd name="csX56" fmla="*/ 191184 w 284856"/>
                <a:gd name="csY56" fmla="*/ 66179 h 284963"/>
                <a:gd name="csX57" fmla="*/ 191130 w 284856"/>
                <a:gd name="csY57" fmla="*/ 66179 h 284963"/>
                <a:gd name="csX58" fmla="*/ 180047 w 284856"/>
                <a:gd name="csY58" fmla="*/ 77315 h 284963"/>
                <a:gd name="csX59" fmla="*/ 207808 w 284856"/>
                <a:gd name="csY59" fmla="*/ 105076 h 284963"/>
                <a:gd name="csX60" fmla="*/ 259228 w 284856"/>
                <a:gd name="csY60" fmla="*/ 56321 h 284963"/>
                <a:gd name="csX61" fmla="*/ 276332 w 284856"/>
                <a:gd name="csY61" fmla="*/ 59838 h 284963"/>
                <a:gd name="csX62" fmla="*/ 284857 w 284856"/>
                <a:gd name="csY62" fmla="*/ 101400 h 2849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284856" h="284963">
                  <a:moveTo>
                    <a:pt x="263543" y="101400"/>
                  </a:moveTo>
                  <a:cubicBezTo>
                    <a:pt x="263543" y="95219"/>
                    <a:pt x="262850" y="89198"/>
                    <a:pt x="261625" y="83443"/>
                  </a:cubicBezTo>
                  <a:lnTo>
                    <a:pt x="214948" y="127722"/>
                  </a:lnTo>
                  <a:lnTo>
                    <a:pt x="200082" y="127509"/>
                  </a:lnTo>
                  <a:lnTo>
                    <a:pt x="157455" y="84882"/>
                  </a:lnTo>
                  <a:lnTo>
                    <a:pt x="157455" y="69802"/>
                  </a:lnTo>
                  <a:lnTo>
                    <a:pt x="176051" y="51153"/>
                  </a:lnTo>
                  <a:lnTo>
                    <a:pt x="203865" y="23178"/>
                  </a:lnTo>
                  <a:cubicBezTo>
                    <a:pt x="198697" y="22006"/>
                    <a:pt x="193315" y="21367"/>
                    <a:pt x="187773" y="21367"/>
                  </a:cubicBezTo>
                  <a:cubicBezTo>
                    <a:pt x="146425" y="21367"/>
                    <a:pt x="112057" y="56694"/>
                    <a:pt x="112057" y="101400"/>
                  </a:cubicBezTo>
                  <a:cubicBezTo>
                    <a:pt x="112057" y="108007"/>
                    <a:pt x="112803" y="114401"/>
                    <a:pt x="114242" y="120529"/>
                  </a:cubicBezTo>
                  <a:cubicBezTo>
                    <a:pt x="115040" y="124152"/>
                    <a:pt x="115733" y="127136"/>
                    <a:pt x="116213" y="129534"/>
                  </a:cubicBezTo>
                  <a:cubicBezTo>
                    <a:pt x="116639" y="131772"/>
                    <a:pt x="117065" y="134436"/>
                    <a:pt x="116906" y="137047"/>
                  </a:cubicBezTo>
                  <a:cubicBezTo>
                    <a:pt x="116639" y="140883"/>
                    <a:pt x="115946" y="143547"/>
                    <a:pt x="114242" y="147011"/>
                  </a:cubicBezTo>
                  <a:cubicBezTo>
                    <a:pt x="112323" y="150901"/>
                    <a:pt x="108806" y="154417"/>
                    <a:pt x="105450" y="157934"/>
                  </a:cubicBezTo>
                  <a:lnTo>
                    <a:pt x="104810" y="158574"/>
                  </a:lnTo>
                  <a:lnTo>
                    <a:pt x="23072" y="230401"/>
                  </a:lnTo>
                  <a:lnTo>
                    <a:pt x="52751" y="262211"/>
                  </a:lnTo>
                  <a:lnTo>
                    <a:pt x="133477" y="188306"/>
                  </a:lnTo>
                  <a:cubicBezTo>
                    <a:pt x="135289" y="186441"/>
                    <a:pt x="136887" y="184736"/>
                    <a:pt x="138325" y="183404"/>
                  </a:cubicBezTo>
                  <a:cubicBezTo>
                    <a:pt x="139818" y="181965"/>
                    <a:pt x="141576" y="180473"/>
                    <a:pt x="143761" y="179301"/>
                  </a:cubicBezTo>
                  <a:lnTo>
                    <a:pt x="144827" y="178715"/>
                  </a:lnTo>
                  <a:cubicBezTo>
                    <a:pt x="145945" y="178182"/>
                    <a:pt x="147171" y="177649"/>
                    <a:pt x="148556" y="177223"/>
                  </a:cubicBezTo>
                  <a:cubicBezTo>
                    <a:pt x="150421" y="176690"/>
                    <a:pt x="152127" y="176477"/>
                    <a:pt x="153725" y="176370"/>
                  </a:cubicBezTo>
                  <a:lnTo>
                    <a:pt x="154737" y="176370"/>
                  </a:lnTo>
                  <a:cubicBezTo>
                    <a:pt x="157082" y="176317"/>
                    <a:pt x="159373" y="176690"/>
                    <a:pt x="161291" y="177116"/>
                  </a:cubicBezTo>
                  <a:cubicBezTo>
                    <a:pt x="163583" y="177596"/>
                    <a:pt x="166460" y="178342"/>
                    <a:pt x="169923" y="179248"/>
                  </a:cubicBezTo>
                  <a:cubicBezTo>
                    <a:pt x="175624" y="180740"/>
                    <a:pt x="181645" y="181486"/>
                    <a:pt x="187773" y="181486"/>
                  </a:cubicBezTo>
                  <a:cubicBezTo>
                    <a:pt x="229175" y="181486"/>
                    <a:pt x="263543" y="146158"/>
                    <a:pt x="263543" y="101453"/>
                  </a:cubicBezTo>
                  <a:close/>
                  <a:moveTo>
                    <a:pt x="284857" y="101400"/>
                  </a:moveTo>
                  <a:cubicBezTo>
                    <a:pt x="284857" y="156869"/>
                    <a:pt x="241857" y="202746"/>
                    <a:pt x="187773" y="202746"/>
                  </a:cubicBezTo>
                  <a:cubicBezTo>
                    <a:pt x="179834" y="202746"/>
                    <a:pt x="172055" y="201734"/>
                    <a:pt x="164648" y="199816"/>
                  </a:cubicBezTo>
                  <a:cubicBezTo>
                    <a:pt x="161025" y="198910"/>
                    <a:pt x="158627" y="198270"/>
                    <a:pt x="156869" y="197897"/>
                  </a:cubicBezTo>
                  <a:cubicBezTo>
                    <a:pt x="155749" y="197684"/>
                    <a:pt x="155217" y="197578"/>
                    <a:pt x="155057" y="197578"/>
                  </a:cubicBezTo>
                  <a:cubicBezTo>
                    <a:pt x="154471" y="197578"/>
                    <a:pt x="154417" y="197684"/>
                    <a:pt x="154577" y="197578"/>
                  </a:cubicBezTo>
                  <a:cubicBezTo>
                    <a:pt x="154684" y="197578"/>
                    <a:pt x="154631" y="197578"/>
                    <a:pt x="153991" y="197897"/>
                  </a:cubicBezTo>
                  <a:cubicBezTo>
                    <a:pt x="154098" y="197844"/>
                    <a:pt x="153831" y="197951"/>
                    <a:pt x="152979" y="198803"/>
                  </a:cubicBezTo>
                  <a:cubicBezTo>
                    <a:pt x="151967" y="199709"/>
                    <a:pt x="150741" y="201041"/>
                    <a:pt x="148663" y="203172"/>
                  </a:cubicBezTo>
                  <a:lnTo>
                    <a:pt x="148130" y="203705"/>
                  </a:lnTo>
                  <a:lnTo>
                    <a:pt x="59359" y="284963"/>
                  </a:lnTo>
                  <a:lnTo>
                    <a:pt x="44385" y="284377"/>
                  </a:lnTo>
                  <a:lnTo>
                    <a:pt x="0" y="236848"/>
                  </a:lnTo>
                  <a:lnTo>
                    <a:pt x="746" y="221556"/>
                  </a:lnTo>
                  <a:lnTo>
                    <a:pt x="90370" y="142801"/>
                  </a:lnTo>
                  <a:cubicBezTo>
                    <a:pt x="92235" y="140883"/>
                    <a:pt x="93407" y="139605"/>
                    <a:pt x="94207" y="138645"/>
                  </a:cubicBezTo>
                  <a:cubicBezTo>
                    <a:pt x="95112" y="137633"/>
                    <a:pt x="95165" y="137366"/>
                    <a:pt x="95112" y="137526"/>
                  </a:cubicBezTo>
                  <a:cubicBezTo>
                    <a:pt x="95325" y="137153"/>
                    <a:pt x="95432" y="136940"/>
                    <a:pt x="95485" y="136780"/>
                  </a:cubicBezTo>
                  <a:cubicBezTo>
                    <a:pt x="95485" y="136674"/>
                    <a:pt x="95539" y="136621"/>
                    <a:pt x="95539" y="136621"/>
                  </a:cubicBezTo>
                  <a:lnTo>
                    <a:pt x="95539" y="136461"/>
                  </a:lnTo>
                  <a:cubicBezTo>
                    <a:pt x="95539" y="136461"/>
                    <a:pt x="95592" y="136034"/>
                    <a:pt x="95645" y="135608"/>
                  </a:cubicBezTo>
                  <a:cubicBezTo>
                    <a:pt x="95592" y="135875"/>
                    <a:pt x="95645" y="135502"/>
                    <a:pt x="95272" y="133477"/>
                  </a:cubicBezTo>
                  <a:cubicBezTo>
                    <a:pt x="94899" y="131559"/>
                    <a:pt x="94313" y="129054"/>
                    <a:pt x="93461" y="125271"/>
                  </a:cubicBezTo>
                  <a:cubicBezTo>
                    <a:pt x="91649" y="117598"/>
                    <a:pt x="90743" y="109552"/>
                    <a:pt x="90743" y="101347"/>
                  </a:cubicBezTo>
                  <a:cubicBezTo>
                    <a:pt x="90743" y="45878"/>
                    <a:pt x="133690" y="0"/>
                    <a:pt x="187773" y="0"/>
                  </a:cubicBezTo>
                  <a:cubicBezTo>
                    <a:pt x="202107" y="0"/>
                    <a:pt x="215694" y="3250"/>
                    <a:pt x="227950" y="9058"/>
                  </a:cubicBezTo>
                  <a:lnTo>
                    <a:pt x="230933" y="26216"/>
                  </a:lnTo>
                  <a:lnTo>
                    <a:pt x="191184" y="66179"/>
                  </a:lnTo>
                  <a:lnTo>
                    <a:pt x="191130" y="66179"/>
                  </a:lnTo>
                  <a:cubicBezTo>
                    <a:pt x="191130" y="66179"/>
                    <a:pt x="180047" y="77315"/>
                    <a:pt x="180047" y="77315"/>
                  </a:cubicBezTo>
                  <a:lnTo>
                    <a:pt x="207808" y="105076"/>
                  </a:lnTo>
                  <a:lnTo>
                    <a:pt x="259228" y="56321"/>
                  </a:lnTo>
                  <a:lnTo>
                    <a:pt x="276332" y="59838"/>
                  </a:lnTo>
                  <a:cubicBezTo>
                    <a:pt x="281820" y="72520"/>
                    <a:pt x="284857" y="86587"/>
                    <a:pt x="284857" y="10140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76FFE630-D9BC-5A2B-BB6A-46080905D492}"/>
                </a:ext>
              </a:extLst>
            </p:cNvPr>
            <p:cNvSpPr/>
            <p:nvPr/>
          </p:nvSpPr>
          <p:spPr>
            <a:xfrm>
              <a:off x="7786288" y="5070837"/>
              <a:ext cx="284856" cy="284963"/>
            </a:xfrm>
            <a:custGeom>
              <a:avLst/>
              <a:gdLst>
                <a:gd name="csX0" fmla="*/ 263543 w 284856"/>
                <a:gd name="csY0" fmla="*/ 101400 h 284963"/>
                <a:gd name="csX1" fmla="*/ 261625 w 284856"/>
                <a:gd name="csY1" fmla="*/ 83443 h 284963"/>
                <a:gd name="csX2" fmla="*/ 214948 w 284856"/>
                <a:gd name="csY2" fmla="*/ 127722 h 284963"/>
                <a:gd name="csX3" fmla="*/ 200082 w 284856"/>
                <a:gd name="csY3" fmla="*/ 127509 h 284963"/>
                <a:gd name="csX4" fmla="*/ 157455 w 284856"/>
                <a:gd name="csY4" fmla="*/ 84882 h 284963"/>
                <a:gd name="csX5" fmla="*/ 157455 w 284856"/>
                <a:gd name="csY5" fmla="*/ 69802 h 284963"/>
                <a:gd name="csX6" fmla="*/ 176051 w 284856"/>
                <a:gd name="csY6" fmla="*/ 51153 h 284963"/>
                <a:gd name="csX7" fmla="*/ 203865 w 284856"/>
                <a:gd name="csY7" fmla="*/ 23178 h 284963"/>
                <a:gd name="csX8" fmla="*/ 187773 w 284856"/>
                <a:gd name="csY8" fmla="*/ 21367 h 284963"/>
                <a:gd name="csX9" fmla="*/ 112057 w 284856"/>
                <a:gd name="csY9" fmla="*/ 101400 h 284963"/>
                <a:gd name="csX10" fmla="*/ 114242 w 284856"/>
                <a:gd name="csY10" fmla="*/ 120529 h 284963"/>
                <a:gd name="csX11" fmla="*/ 116213 w 284856"/>
                <a:gd name="csY11" fmla="*/ 129534 h 284963"/>
                <a:gd name="csX12" fmla="*/ 116906 w 284856"/>
                <a:gd name="csY12" fmla="*/ 137047 h 284963"/>
                <a:gd name="csX13" fmla="*/ 114242 w 284856"/>
                <a:gd name="csY13" fmla="*/ 147011 h 284963"/>
                <a:gd name="csX14" fmla="*/ 105450 w 284856"/>
                <a:gd name="csY14" fmla="*/ 157934 h 284963"/>
                <a:gd name="csX15" fmla="*/ 104810 w 284856"/>
                <a:gd name="csY15" fmla="*/ 158574 h 284963"/>
                <a:gd name="csX16" fmla="*/ 23072 w 284856"/>
                <a:gd name="csY16" fmla="*/ 230401 h 284963"/>
                <a:gd name="csX17" fmla="*/ 52751 w 284856"/>
                <a:gd name="csY17" fmla="*/ 262211 h 284963"/>
                <a:gd name="csX18" fmla="*/ 133477 w 284856"/>
                <a:gd name="csY18" fmla="*/ 188306 h 284963"/>
                <a:gd name="csX19" fmla="*/ 138325 w 284856"/>
                <a:gd name="csY19" fmla="*/ 183404 h 284963"/>
                <a:gd name="csX20" fmla="*/ 143761 w 284856"/>
                <a:gd name="csY20" fmla="*/ 179301 h 284963"/>
                <a:gd name="csX21" fmla="*/ 144827 w 284856"/>
                <a:gd name="csY21" fmla="*/ 178715 h 284963"/>
                <a:gd name="csX22" fmla="*/ 148556 w 284856"/>
                <a:gd name="csY22" fmla="*/ 177223 h 284963"/>
                <a:gd name="csX23" fmla="*/ 153725 w 284856"/>
                <a:gd name="csY23" fmla="*/ 176370 h 284963"/>
                <a:gd name="csX24" fmla="*/ 154737 w 284856"/>
                <a:gd name="csY24" fmla="*/ 176370 h 284963"/>
                <a:gd name="csX25" fmla="*/ 161291 w 284856"/>
                <a:gd name="csY25" fmla="*/ 177116 h 284963"/>
                <a:gd name="csX26" fmla="*/ 169923 w 284856"/>
                <a:gd name="csY26" fmla="*/ 179248 h 284963"/>
                <a:gd name="csX27" fmla="*/ 187773 w 284856"/>
                <a:gd name="csY27" fmla="*/ 181486 h 284963"/>
                <a:gd name="csX28" fmla="*/ 263543 w 284856"/>
                <a:gd name="csY28" fmla="*/ 101453 h 284963"/>
                <a:gd name="csX29" fmla="*/ 284857 w 284856"/>
                <a:gd name="csY29" fmla="*/ 101400 h 284963"/>
                <a:gd name="csX30" fmla="*/ 187773 w 284856"/>
                <a:gd name="csY30" fmla="*/ 202746 h 284963"/>
                <a:gd name="csX31" fmla="*/ 164648 w 284856"/>
                <a:gd name="csY31" fmla="*/ 199816 h 284963"/>
                <a:gd name="csX32" fmla="*/ 156869 w 284856"/>
                <a:gd name="csY32" fmla="*/ 197897 h 284963"/>
                <a:gd name="csX33" fmla="*/ 155057 w 284856"/>
                <a:gd name="csY33" fmla="*/ 197578 h 284963"/>
                <a:gd name="csX34" fmla="*/ 154577 w 284856"/>
                <a:gd name="csY34" fmla="*/ 197578 h 284963"/>
                <a:gd name="csX35" fmla="*/ 153991 w 284856"/>
                <a:gd name="csY35" fmla="*/ 197897 h 284963"/>
                <a:gd name="csX36" fmla="*/ 152979 w 284856"/>
                <a:gd name="csY36" fmla="*/ 198803 h 284963"/>
                <a:gd name="csX37" fmla="*/ 148663 w 284856"/>
                <a:gd name="csY37" fmla="*/ 203172 h 284963"/>
                <a:gd name="csX38" fmla="*/ 148130 w 284856"/>
                <a:gd name="csY38" fmla="*/ 203705 h 284963"/>
                <a:gd name="csX39" fmla="*/ 59359 w 284856"/>
                <a:gd name="csY39" fmla="*/ 284963 h 284963"/>
                <a:gd name="csX40" fmla="*/ 44385 w 284856"/>
                <a:gd name="csY40" fmla="*/ 284377 h 284963"/>
                <a:gd name="csX41" fmla="*/ 0 w 284856"/>
                <a:gd name="csY41" fmla="*/ 236848 h 284963"/>
                <a:gd name="csX42" fmla="*/ 746 w 284856"/>
                <a:gd name="csY42" fmla="*/ 221556 h 284963"/>
                <a:gd name="csX43" fmla="*/ 90370 w 284856"/>
                <a:gd name="csY43" fmla="*/ 142801 h 284963"/>
                <a:gd name="csX44" fmla="*/ 94207 w 284856"/>
                <a:gd name="csY44" fmla="*/ 138645 h 284963"/>
                <a:gd name="csX45" fmla="*/ 95112 w 284856"/>
                <a:gd name="csY45" fmla="*/ 137526 h 284963"/>
                <a:gd name="csX46" fmla="*/ 95485 w 284856"/>
                <a:gd name="csY46" fmla="*/ 136780 h 284963"/>
                <a:gd name="csX47" fmla="*/ 95539 w 284856"/>
                <a:gd name="csY47" fmla="*/ 136621 h 284963"/>
                <a:gd name="csX48" fmla="*/ 95539 w 284856"/>
                <a:gd name="csY48" fmla="*/ 136461 h 284963"/>
                <a:gd name="csX49" fmla="*/ 95645 w 284856"/>
                <a:gd name="csY49" fmla="*/ 135608 h 284963"/>
                <a:gd name="csX50" fmla="*/ 95272 w 284856"/>
                <a:gd name="csY50" fmla="*/ 133477 h 284963"/>
                <a:gd name="csX51" fmla="*/ 93461 w 284856"/>
                <a:gd name="csY51" fmla="*/ 125271 h 284963"/>
                <a:gd name="csX52" fmla="*/ 90743 w 284856"/>
                <a:gd name="csY52" fmla="*/ 101347 h 284963"/>
                <a:gd name="csX53" fmla="*/ 187773 w 284856"/>
                <a:gd name="csY53" fmla="*/ 0 h 284963"/>
                <a:gd name="csX54" fmla="*/ 227950 w 284856"/>
                <a:gd name="csY54" fmla="*/ 9058 h 284963"/>
                <a:gd name="csX55" fmla="*/ 230933 w 284856"/>
                <a:gd name="csY55" fmla="*/ 26216 h 284963"/>
                <a:gd name="csX56" fmla="*/ 191184 w 284856"/>
                <a:gd name="csY56" fmla="*/ 66179 h 284963"/>
                <a:gd name="csX57" fmla="*/ 191130 w 284856"/>
                <a:gd name="csY57" fmla="*/ 66179 h 284963"/>
                <a:gd name="csX58" fmla="*/ 180047 w 284856"/>
                <a:gd name="csY58" fmla="*/ 77315 h 284963"/>
                <a:gd name="csX59" fmla="*/ 207808 w 284856"/>
                <a:gd name="csY59" fmla="*/ 105076 h 284963"/>
                <a:gd name="csX60" fmla="*/ 259228 w 284856"/>
                <a:gd name="csY60" fmla="*/ 56321 h 284963"/>
                <a:gd name="csX61" fmla="*/ 276332 w 284856"/>
                <a:gd name="csY61" fmla="*/ 59838 h 284963"/>
                <a:gd name="csX62" fmla="*/ 284857 w 284856"/>
                <a:gd name="csY62" fmla="*/ 101400 h 2849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284856" h="284963">
                  <a:moveTo>
                    <a:pt x="263543" y="101400"/>
                  </a:moveTo>
                  <a:cubicBezTo>
                    <a:pt x="263543" y="95219"/>
                    <a:pt x="262850" y="89198"/>
                    <a:pt x="261625" y="83443"/>
                  </a:cubicBezTo>
                  <a:lnTo>
                    <a:pt x="214948" y="127722"/>
                  </a:lnTo>
                  <a:lnTo>
                    <a:pt x="200082" y="127509"/>
                  </a:lnTo>
                  <a:lnTo>
                    <a:pt x="157455" y="84882"/>
                  </a:lnTo>
                  <a:lnTo>
                    <a:pt x="157455" y="69802"/>
                  </a:lnTo>
                  <a:lnTo>
                    <a:pt x="176051" y="51153"/>
                  </a:lnTo>
                  <a:lnTo>
                    <a:pt x="203865" y="23178"/>
                  </a:lnTo>
                  <a:cubicBezTo>
                    <a:pt x="198697" y="22006"/>
                    <a:pt x="193315" y="21367"/>
                    <a:pt x="187773" y="21367"/>
                  </a:cubicBezTo>
                  <a:cubicBezTo>
                    <a:pt x="146425" y="21367"/>
                    <a:pt x="112057" y="56694"/>
                    <a:pt x="112057" y="101400"/>
                  </a:cubicBezTo>
                  <a:cubicBezTo>
                    <a:pt x="112057" y="108007"/>
                    <a:pt x="112803" y="114401"/>
                    <a:pt x="114242" y="120529"/>
                  </a:cubicBezTo>
                  <a:cubicBezTo>
                    <a:pt x="115040" y="124152"/>
                    <a:pt x="115733" y="127136"/>
                    <a:pt x="116213" y="129534"/>
                  </a:cubicBezTo>
                  <a:cubicBezTo>
                    <a:pt x="116639" y="131772"/>
                    <a:pt x="117065" y="134436"/>
                    <a:pt x="116906" y="137047"/>
                  </a:cubicBezTo>
                  <a:cubicBezTo>
                    <a:pt x="116639" y="140883"/>
                    <a:pt x="115946" y="143547"/>
                    <a:pt x="114242" y="147011"/>
                  </a:cubicBezTo>
                  <a:cubicBezTo>
                    <a:pt x="112323" y="150901"/>
                    <a:pt x="108806" y="154417"/>
                    <a:pt x="105450" y="157934"/>
                  </a:cubicBezTo>
                  <a:lnTo>
                    <a:pt x="104810" y="158574"/>
                  </a:lnTo>
                  <a:lnTo>
                    <a:pt x="23072" y="230401"/>
                  </a:lnTo>
                  <a:lnTo>
                    <a:pt x="52751" y="262211"/>
                  </a:lnTo>
                  <a:lnTo>
                    <a:pt x="133477" y="188306"/>
                  </a:lnTo>
                  <a:cubicBezTo>
                    <a:pt x="135289" y="186441"/>
                    <a:pt x="136887" y="184736"/>
                    <a:pt x="138325" y="183404"/>
                  </a:cubicBezTo>
                  <a:cubicBezTo>
                    <a:pt x="139818" y="181965"/>
                    <a:pt x="141576" y="180473"/>
                    <a:pt x="143761" y="179301"/>
                  </a:cubicBezTo>
                  <a:lnTo>
                    <a:pt x="144827" y="178715"/>
                  </a:lnTo>
                  <a:cubicBezTo>
                    <a:pt x="145945" y="178182"/>
                    <a:pt x="147171" y="177649"/>
                    <a:pt x="148556" y="177223"/>
                  </a:cubicBezTo>
                  <a:cubicBezTo>
                    <a:pt x="150421" y="176690"/>
                    <a:pt x="152127" y="176477"/>
                    <a:pt x="153725" y="176370"/>
                  </a:cubicBezTo>
                  <a:lnTo>
                    <a:pt x="154737" y="176370"/>
                  </a:lnTo>
                  <a:cubicBezTo>
                    <a:pt x="157082" y="176317"/>
                    <a:pt x="159373" y="176690"/>
                    <a:pt x="161291" y="177116"/>
                  </a:cubicBezTo>
                  <a:cubicBezTo>
                    <a:pt x="163583" y="177596"/>
                    <a:pt x="166460" y="178342"/>
                    <a:pt x="169923" y="179248"/>
                  </a:cubicBezTo>
                  <a:cubicBezTo>
                    <a:pt x="175624" y="180740"/>
                    <a:pt x="181645" y="181486"/>
                    <a:pt x="187773" y="181486"/>
                  </a:cubicBezTo>
                  <a:cubicBezTo>
                    <a:pt x="229175" y="181486"/>
                    <a:pt x="263543" y="146158"/>
                    <a:pt x="263543" y="101453"/>
                  </a:cubicBezTo>
                  <a:close/>
                  <a:moveTo>
                    <a:pt x="284857" y="101400"/>
                  </a:moveTo>
                  <a:cubicBezTo>
                    <a:pt x="284857" y="156869"/>
                    <a:pt x="241857" y="202746"/>
                    <a:pt x="187773" y="202746"/>
                  </a:cubicBezTo>
                  <a:cubicBezTo>
                    <a:pt x="179834" y="202746"/>
                    <a:pt x="172055" y="201734"/>
                    <a:pt x="164648" y="199816"/>
                  </a:cubicBezTo>
                  <a:cubicBezTo>
                    <a:pt x="161025" y="198910"/>
                    <a:pt x="158627" y="198270"/>
                    <a:pt x="156869" y="197897"/>
                  </a:cubicBezTo>
                  <a:cubicBezTo>
                    <a:pt x="155749" y="197684"/>
                    <a:pt x="155217" y="197578"/>
                    <a:pt x="155057" y="197578"/>
                  </a:cubicBezTo>
                  <a:cubicBezTo>
                    <a:pt x="154471" y="197578"/>
                    <a:pt x="154417" y="197684"/>
                    <a:pt x="154577" y="197578"/>
                  </a:cubicBezTo>
                  <a:cubicBezTo>
                    <a:pt x="154684" y="197578"/>
                    <a:pt x="154631" y="197578"/>
                    <a:pt x="153991" y="197897"/>
                  </a:cubicBezTo>
                  <a:cubicBezTo>
                    <a:pt x="154098" y="197844"/>
                    <a:pt x="153831" y="197951"/>
                    <a:pt x="152979" y="198803"/>
                  </a:cubicBezTo>
                  <a:cubicBezTo>
                    <a:pt x="151967" y="199709"/>
                    <a:pt x="150741" y="201041"/>
                    <a:pt x="148663" y="203172"/>
                  </a:cubicBezTo>
                  <a:lnTo>
                    <a:pt x="148130" y="203705"/>
                  </a:lnTo>
                  <a:lnTo>
                    <a:pt x="59359" y="284963"/>
                  </a:lnTo>
                  <a:lnTo>
                    <a:pt x="44385" y="284377"/>
                  </a:lnTo>
                  <a:lnTo>
                    <a:pt x="0" y="236848"/>
                  </a:lnTo>
                  <a:lnTo>
                    <a:pt x="746" y="221556"/>
                  </a:lnTo>
                  <a:lnTo>
                    <a:pt x="90370" y="142801"/>
                  </a:lnTo>
                  <a:cubicBezTo>
                    <a:pt x="92235" y="140883"/>
                    <a:pt x="93407" y="139605"/>
                    <a:pt x="94207" y="138645"/>
                  </a:cubicBezTo>
                  <a:cubicBezTo>
                    <a:pt x="95112" y="137633"/>
                    <a:pt x="95165" y="137366"/>
                    <a:pt x="95112" y="137526"/>
                  </a:cubicBezTo>
                  <a:cubicBezTo>
                    <a:pt x="95325" y="137153"/>
                    <a:pt x="95432" y="136940"/>
                    <a:pt x="95485" y="136780"/>
                  </a:cubicBezTo>
                  <a:cubicBezTo>
                    <a:pt x="95485" y="136674"/>
                    <a:pt x="95539" y="136621"/>
                    <a:pt x="95539" y="136621"/>
                  </a:cubicBezTo>
                  <a:lnTo>
                    <a:pt x="95539" y="136461"/>
                  </a:lnTo>
                  <a:cubicBezTo>
                    <a:pt x="95539" y="136461"/>
                    <a:pt x="95592" y="136034"/>
                    <a:pt x="95645" y="135608"/>
                  </a:cubicBezTo>
                  <a:cubicBezTo>
                    <a:pt x="95592" y="135875"/>
                    <a:pt x="95645" y="135502"/>
                    <a:pt x="95272" y="133477"/>
                  </a:cubicBezTo>
                  <a:cubicBezTo>
                    <a:pt x="94899" y="131559"/>
                    <a:pt x="94313" y="129054"/>
                    <a:pt x="93461" y="125271"/>
                  </a:cubicBezTo>
                  <a:cubicBezTo>
                    <a:pt x="91649" y="117598"/>
                    <a:pt x="90743" y="109552"/>
                    <a:pt x="90743" y="101347"/>
                  </a:cubicBezTo>
                  <a:cubicBezTo>
                    <a:pt x="90743" y="45878"/>
                    <a:pt x="133690" y="0"/>
                    <a:pt x="187773" y="0"/>
                  </a:cubicBezTo>
                  <a:cubicBezTo>
                    <a:pt x="202107" y="0"/>
                    <a:pt x="215694" y="3250"/>
                    <a:pt x="227950" y="9058"/>
                  </a:cubicBezTo>
                  <a:lnTo>
                    <a:pt x="230933" y="26216"/>
                  </a:lnTo>
                  <a:lnTo>
                    <a:pt x="191184" y="66179"/>
                  </a:lnTo>
                  <a:lnTo>
                    <a:pt x="191130" y="66179"/>
                  </a:lnTo>
                  <a:cubicBezTo>
                    <a:pt x="191130" y="66179"/>
                    <a:pt x="180047" y="77315"/>
                    <a:pt x="180047" y="77315"/>
                  </a:cubicBezTo>
                  <a:lnTo>
                    <a:pt x="207808" y="105076"/>
                  </a:lnTo>
                  <a:lnTo>
                    <a:pt x="259228" y="56321"/>
                  </a:lnTo>
                  <a:lnTo>
                    <a:pt x="276332" y="59838"/>
                  </a:lnTo>
                  <a:cubicBezTo>
                    <a:pt x="281820" y="72520"/>
                    <a:pt x="284857" y="86587"/>
                    <a:pt x="284857" y="10140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E0AE223C-C384-8E3E-63DE-915CEF65C07F}"/>
              </a:ext>
            </a:extLst>
          </p:cNvPr>
          <p:cNvGrpSpPr/>
          <p:nvPr userDrawn="1"/>
        </p:nvGrpSpPr>
        <p:grpSpPr>
          <a:xfrm>
            <a:off x="5318357" y="4766633"/>
            <a:ext cx="287862" cy="287947"/>
            <a:chOff x="4676892" y="5070891"/>
            <a:chExt cx="287787" cy="287947"/>
          </a:xfrm>
        </p:grpSpPr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E08E47DA-235C-5906-88A5-CFCD7660D5FE}"/>
                </a:ext>
              </a:extLst>
            </p:cNvPr>
            <p:cNvSpPr/>
            <p:nvPr/>
          </p:nvSpPr>
          <p:spPr>
            <a:xfrm>
              <a:off x="4676892" y="5070891"/>
              <a:ext cx="287787" cy="287947"/>
            </a:xfrm>
            <a:custGeom>
              <a:avLst/>
              <a:gdLst>
                <a:gd name="csX0" fmla="*/ 21367 w 287787"/>
                <a:gd name="csY0" fmla="*/ 21314 h 287947"/>
                <a:gd name="csX1" fmla="*/ 21367 w 287787"/>
                <a:gd name="csY1" fmla="*/ 218625 h 287947"/>
                <a:gd name="csX2" fmla="*/ 97990 w 287787"/>
                <a:gd name="csY2" fmla="*/ 218625 h 287947"/>
                <a:gd name="csX3" fmla="*/ 143921 w 287787"/>
                <a:gd name="csY3" fmla="*/ 274413 h 287947"/>
                <a:gd name="csX4" fmla="*/ 189851 w 287787"/>
                <a:gd name="csY4" fmla="*/ 218625 h 287947"/>
                <a:gd name="csX5" fmla="*/ 266474 w 287787"/>
                <a:gd name="csY5" fmla="*/ 218625 h 287947"/>
                <a:gd name="csX6" fmla="*/ 266474 w 287787"/>
                <a:gd name="csY6" fmla="*/ 21314 h 287947"/>
                <a:gd name="csX7" fmla="*/ 21367 w 287787"/>
                <a:gd name="csY7" fmla="*/ 21314 h 287947"/>
                <a:gd name="csX8" fmla="*/ 287788 w 287787"/>
                <a:gd name="csY8" fmla="*/ 218625 h 287947"/>
                <a:gd name="csX9" fmla="*/ 266474 w 287787"/>
                <a:gd name="csY9" fmla="*/ 239938 h 287947"/>
                <a:gd name="csX10" fmla="*/ 199922 w 287787"/>
                <a:gd name="csY10" fmla="*/ 239938 h 287947"/>
                <a:gd name="csX11" fmla="*/ 160332 w 287787"/>
                <a:gd name="csY11" fmla="*/ 287947 h 287947"/>
                <a:gd name="csX12" fmla="*/ 127456 w 287787"/>
                <a:gd name="csY12" fmla="*/ 287947 h 287947"/>
                <a:gd name="csX13" fmla="*/ 87866 w 287787"/>
                <a:gd name="csY13" fmla="*/ 239938 h 287947"/>
                <a:gd name="csX14" fmla="*/ 21314 w 287787"/>
                <a:gd name="csY14" fmla="*/ 239938 h 287947"/>
                <a:gd name="csX15" fmla="*/ 0 w 287787"/>
                <a:gd name="csY15" fmla="*/ 218625 h 287947"/>
                <a:gd name="csX16" fmla="*/ 0 w 287787"/>
                <a:gd name="csY16" fmla="*/ 21314 h 287947"/>
                <a:gd name="csX17" fmla="*/ 21314 w 287787"/>
                <a:gd name="csY17" fmla="*/ 0 h 287947"/>
                <a:gd name="csX18" fmla="*/ 266421 w 287787"/>
                <a:gd name="csY18" fmla="*/ 0 h 287947"/>
                <a:gd name="csX19" fmla="*/ 287734 w 287787"/>
                <a:gd name="csY19" fmla="*/ 21314 h 287947"/>
                <a:gd name="csX20" fmla="*/ 287734 w 287787"/>
                <a:gd name="csY20" fmla="*/ 218625 h 287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7787" h="287947">
                  <a:moveTo>
                    <a:pt x="21367" y="21314"/>
                  </a:moveTo>
                  <a:lnTo>
                    <a:pt x="21367" y="218625"/>
                  </a:lnTo>
                  <a:lnTo>
                    <a:pt x="97990" y="218625"/>
                  </a:lnTo>
                  <a:lnTo>
                    <a:pt x="143921" y="274413"/>
                  </a:lnTo>
                  <a:lnTo>
                    <a:pt x="189851" y="218625"/>
                  </a:lnTo>
                  <a:lnTo>
                    <a:pt x="266474" y="218625"/>
                  </a:lnTo>
                  <a:lnTo>
                    <a:pt x="266474" y="21314"/>
                  </a:lnTo>
                  <a:lnTo>
                    <a:pt x="21367" y="21314"/>
                  </a:lnTo>
                  <a:close/>
                  <a:moveTo>
                    <a:pt x="287788" y="218625"/>
                  </a:moveTo>
                  <a:cubicBezTo>
                    <a:pt x="287788" y="230401"/>
                    <a:pt x="278250" y="239938"/>
                    <a:pt x="266474" y="239938"/>
                  </a:cubicBezTo>
                  <a:lnTo>
                    <a:pt x="199922" y="239938"/>
                  </a:lnTo>
                  <a:lnTo>
                    <a:pt x="160332" y="287947"/>
                  </a:lnTo>
                  <a:lnTo>
                    <a:pt x="127456" y="287947"/>
                  </a:lnTo>
                  <a:lnTo>
                    <a:pt x="87866" y="239938"/>
                  </a:lnTo>
                  <a:lnTo>
                    <a:pt x="21314" y="239938"/>
                  </a:lnTo>
                  <a:cubicBezTo>
                    <a:pt x="9538" y="239938"/>
                    <a:pt x="0" y="230401"/>
                    <a:pt x="0" y="218625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1862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7403F7DB-9CF6-B1A7-1BB6-CC8845852286}"/>
                </a:ext>
              </a:extLst>
            </p:cNvPr>
            <p:cNvSpPr/>
            <p:nvPr/>
          </p:nvSpPr>
          <p:spPr>
            <a:xfrm>
              <a:off x="4676892" y="5070891"/>
              <a:ext cx="287787" cy="287947"/>
            </a:xfrm>
            <a:custGeom>
              <a:avLst/>
              <a:gdLst>
                <a:gd name="csX0" fmla="*/ 21367 w 287787"/>
                <a:gd name="csY0" fmla="*/ 21314 h 287947"/>
                <a:gd name="csX1" fmla="*/ 21367 w 287787"/>
                <a:gd name="csY1" fmla="*/ 218625 h 287947"/>
                <a:gd name="csX2" fmla="*/ 97990 w 287787"/>
                <a:gd name="csY2" fmla="*/ 218625 h 287947"/>
                <a:gd name="csX3" fmla="*/ 143921 w 287787"/>
                <a:gd name="csY3" fmla="*/ 274413 h 287947"/>
                <a:gd name="csX4" fmla="*/ 189851 w 287787"/>
                <a:gd name="csY4" fmla="*/ 218625 h 287947"/>
                <a:gd name="csX5" fmla="*/ 266474 w 287787"/>
                <a:gd name="csY5" fmla="*/ 218625 h 287947"/>
                <a:gd name="csX6" fmla="*/ 266474 w 287787"/>
                <a:gd name="csY6" fmla="*/ 21314 h 287947"/>
                <a:gd name="csX7" fmla="*/ 21367 w 287787"/>
                <a:gd name="csY7" fmla="*/ 21314 h 287947"/>
                <a:gd name="csX8" fmla="*/ 287788 w 287787"/>
                <a:gd name="csY8" fmla="*/ 218625 h 287947"/>
                <a:gd name="csX9" fmla="*/ 266474 w 287787"/>
                <a:gd name="csY9" fmla="*/ 239938 h 287947"/>
                <a:gd name="csX10" fmla="*/ 199922 w 287787"/>
                <a:gd name="csY10" fmla="*/ 239938 h 287947"/>
                <a:gd name="csX11" fmla="*/ 160332 w 287787"/>
                <a:gd name="csY11" fmla="*/ 287947 h 287947"/>
                <a:gd name="csX12" fmla="*/ 127456 w 287787"/>
                <a:gd name="csY12" fmla="*/ 287947 h 287947"/>
                <a:gd name="csX13" fmla="*/ 87866 w 287787"/>
                <a:gd name="csY13" fmla="*/ 239938 h 287947"/>
                <a:gd name="csX14" fmla="*/ 21314 w 287787"/>
                <a:gd name="csY14" fmla="*/ 239938 h 287947"/>
                <a:gd name="csX15" fmla="*/ 0 w 287787"/>
                <a:gd name="csY15" fmla="*/ 218625 h 287947"/>
                <a:gd name="csX16" fmla="*/ 0 w 287787"/>
                <a:gd name="csY16" fmla="*/ 21314 h 287947"/>
                <a:gd name="csX17" fmla="*/ 21314 w 287787"/>
                <a:gd name="csY17" fmla="*/ 0 h 287947"/>
                <a:gd name="csX18" fmla="*/ 266421 w 287787"/>
                <a:gd name="csY18" fmla="*/ 0 h 287947"/>
                <a:gd name="csX19" fmla="*/ 287734 w 287787"/>
                <a:gd name="csY19" fmla="*/ 21314 h 287947"/>
                <a:gd name="csX20" fmla="*/ 287734 w 287787"/>
                <a:gd name="csY20" fmla="*/ 218625 h 287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7787" h="287947">
                  <a:moveTo>
                    <a:pt x="21367" y="21314"/>
                  </a:moveTo>
                  <a:lnTo>
                    <a:pt x="21367" y="218625"/>
                  </a:lnTo>
                  <a:lnTo>
                    <a:pt x="97990" y="218625"/>
                  </a:lnTo>
                  <a:lnTo>
                    <a:pt x="143921" y="274413"/>
                  </a:lnTo>
                  <a:lnTo>
                    <a:pt x="189851" y="218625"/>
                  </a:lnTo>
                  <a:lnTo>
                    <a:pt x="266474" y="218625"/>
                  </a:lnTo>
                  <a:lnTo>
                    <a:pt x="266474" y="21314"/>
                  </a:lnTo>
                  <a:lnTo>
                    <a:pt x="21367" y="21314"/>
                  </a:lnTo>
                  <a:close/>
                  <a:moveTo>
                    <a:pt x="287788" y="218625"/>
                  </a:moveTo>
                  <a:cubicBezTo>
                    <a:pt x="287788" y="230401"/>
                    <a:pt x="278250" y="239938"/>
                    <a:pt x="266474" y="239938"/>
                  </a:cubicBezTo>
                  <a:lnTo>
                    <a:pt x="199922" y="239938"/>
                  </a:lnTo>
                  <a:lnTo>
                    <a:pt x="160332" y="287947"/>
                  </a:lnTo>
                  <a:lnTo>
                    <a:pt x="127456" y="287947"/>
                  </a:lnTo>
                  <a:lnTo>
                    <a:pt x="87866" y="239938"/>
                  </a:lnTo>
                  <a:lnTo>
                    <a:pt x="21314" y="239938"/>
                  </a:lnTo>
                  <a:cubicBezTo>
                    <a:pt x="9538" y="239938"/>
                    <a:pt x="0" y="230401"/>
                    <a:pt x="0" y="218625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1862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14BDBEA3-6521-EA28-BD1C-E5045D21FDEA}"/>
              </a:ext>
            </a:extLst>
          </p:cNvPr>
          <p:cNvGrpSpPr/>
          <p:nvPr userDrawn="1"/>
        </p:nvGrpSpPr>
        <p:grpSpPr>
          <a:xfrm>
            <a:off x="712924" y="4766632"/>
            <a:ext cx="287809" cy="287734"/>
            <a:chOff x="584722" y="5070891"/>
            <a:chExt cx="287734" cy="287734"/>
          </a:xfrm>
        </p:grpSpPr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C3D9287C-49C8-9BCE-B3C0-D71ABA47F78E}"/>
                </a:ext>
              </a:extLst>
            </p:cNvPr>
            <p:cNvSpPr/>
            <p:nvPr/>
          </p:nvSpPr>
          <p:spPr>
            <a:xfrm>
              <a:off x="584722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06902 w 287734"/>
                <a:gd name="csY5" fmla="*/ 117012 h 287734"/>
                <a:gd name="csX6" fmla="*/ 144826 w 287734"/>
                <a:gd name="csY6" fmla="*/ 180580 h 287734"/>
                <a:gd name="csX7" fmla="*/ 129853 w 287734"/>
                <a:gd name="csY7" fmla="*/ 180900 h 287734"/>
                <a:gd name="csX8" fmla="*/ 96817 w 287734"/>
                <a:gd name="csY8" fmla="*/ 149569 h 287734"/>
                <a:gd name="csX9" fmla="*/ 111470 w 287734"/>
                <a:gd name="csY9" fmla="*/ 134116 h 287734"/>
                <a:gd name="csX10" fmla="*/ 136887 w 287734"/>
                <a:gd name="csY10" fmla="*/ 158201 h 287734"/>
                <a:gd name="csX11" fmla="*/ 191610 w 287734"/>
                <a:gd name="csY11" fmla="*/ 102146 h 287734"/>
                <a:gd name="csX12" fmla="*/ 206849 w 287734"/>
                <a:gd name="csY12" fmla="*/ 117012 h 287734"/>
                <a:gd name="csX13" fmla="*/ 287734 w 287734"/>
                <a:gd name="csY13" fmla="*/ 143867 h 287734"/>
                <a:gd name="csX14" fmla="*/ 143867 w 287734"/>
                <a:gd name="csY14" fmla="*/ 287734 h 287734"/>
                <a:gd name="csX15" fmla="*/ 0 w 287734"/>
                <a:gd name="csY15" fmla="*/ 143867 h 287734"/>
                <a:gd name="csX16" fmla="*/ 143867 w 287734"/>
                <a:gd name="csY16" fmla="*/ 0 h 287734"/>
                <a:gd name="csX17" fmla="*/ 287734 w 287734"/>
                <a:gd name="csY17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06902" y="117012"/>
                  </a:moveTo>
                  <a:lnTo>
                    <a:pt x="144826" y="180580"/>
                  </a:lnTo>
                  <a:lnTo>
                    <a:pt x="129853" y="180900"/>
                  </a:lnTo>
                  <a:lnTo>
                    <a:pt x="96817" y="149569"/>
                  </a:lnTo>
                  <a:lnTo>
                    <a:pt x="111470" y="134116"/>
                  </a:lnTo>
                  <a:lnTo>
                    <a:pt x="136887" y="158201"/>
                  </a:lnTo>
                  <a:lnTo>
                    <a:pt x="191610" y="102146"/>
                  </a:lnTo>
                  <a:lnTo>
                    <a:pt x="206849" y="117012"/>
                  </a:ln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19CC7D56-07F0-719B-EA40-91775F241EEE}"/>
                </a:ext>
              </a:extLst>
            </p:cNvPr>
            <p:cNvSpPr/>
            <p:nvPr/>
          </p:nvSpPr>
          <p:spPr>
            <a:xfrm>
              <a:off x="584722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06902 w 287734"/>
                <a:gd name="csY5" fmla="*/ 117012 h 287734"/>
                <a:gd name="csX6" fmla="*/ 144826 w 287734"/>
                <a:gd name="csY6" fmla="*/ 180580 h 287734"/>
                <a:gd name="csX7" fmla="*/ 129853 w 287734"/>
                <a:gd name="csY7" fmla="*/ 180900 h 287734"/>
                <a:gd name="csX8" fmla="*/ 96817 w 287734"/>
                <a:gd name="csY8" fmla="*/ 149569 h 287734"/>
                <a:gd name="csX9" fmla="*/ 111470 w 287734"/>
                <a:gd name="csY9" fmla="*/ 134116 h 287734"/>
                <a:gd name="csX10" fmla="*/ 136887 w 287734"/>
                <a:gd name="csY10" fmla="*/ 158201 h 287734"/>
                <a:gd name="csX11" fmla="*/ 191610 w 287734"/>
                <a:gd name="csY11" fmla="*/ 102146 h 287734"/>
                <a:gd name="csX12" fmla="*/ 206849 w 287734"/>
                <a:gd name="csY12" fmla="*/ 117012 h 287734"/>
                <a:gd name="csX13" fmla="*/ 287734 w 287734"/>
                <a:gd name="csY13" fmla="*/ 143867 h 287734"/>
                <a:gd name="csX14" fmla="*/ 143867 w 287734"/>
                <a:gd name="csY14" fmla="*/ 287734 h 287734"/>
                <a:gd name="csX15" fmla="*/ 0 w 287734"/>
                <a:gd name="csY15" fmla="*/ 143867 h 287734"/>
                <a:gd name="csX16" fmla="*/ 143867 w 287734"/>
                <a:gd name="csY16" fmla="*/ 0 h 287734"/>
                <a:gd name="csX17" fmla="*/ 287734 w 287734"/>
                <a:gd name="csY17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06902" y="117012"/>
                  </a:moveTo>
                  <a:lnTo>
                    <a:pt x="144826" y="180580"/>
                  </a:lnTo>
                  <a:lnTo>
                    <a:pt x="129853" y="180900"/>
                  </a:lnTo>
                  <a:lnTo>
                    <a:pt x="96817" y="149569"/>
                  </a:lnTo>
                  <a:lnTo>
                    <a:pt x="111470" y="134116"/>
                  </a:lnTo>
                  <a:lnTo>
                    <a:pt x="136887" y="158201"/>
                  </a:lnTo>
                  <a:lnTo>
                    <a:pt x="191610" y="102146"/>
                  </a:lnTo>
                  <a:lnTo>
                    <a:pt x="206849" y="117012"/>
                  </a:ln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BB4D0FF3-915C-C354-C939-AFB72390E229}"/>
              </a:ext>
            </a:extLst>
          </p:cNvPr>
          <p:cNvGrpSpPr/>
          <p:nvPr userDrawn="1"/>
        </p:nvGrpSpPr>
        <p:grpSpPr>
          <a:xfrm>
            <a:off x="6496964" y="5724840"/>
            <a:ext cx="288661" cy="288214"/>
            <a:chOff x="5727176" y="6029099"/>
            <a:chExt cx="288586" cy="288214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3FC31387-7A54-2B0D-2361-6194B030C47B}"/>
                </a:ext>
              </a:extLst>
            </p:cNvPr>
            <p:cNvSpPr/>
            <p:nvPr/>
          </p:nvSpPr>
          <p:spPr>
            <a:xfrm>
              <a:off x="5727176" y="6029099"/>
              <a:ext cx="288586" cy="288214"/>
            </a:xfrm>
            <a:custGeom>
              <a:avLst/>
              <a:gdLst>
                <a:gd name="csX0" fmla="*/ 288533 w 288586"/>
                <a:gd name="csY0" fmla="*/ 99748 h 288214"/>
                <a:gd name="csX1" fmla="*/ 276811 w 288586"/>
                <a:gd name="csY1" fmla="*/ 136035 h 288214"/>
                <a:gd name="csX2" fmla="*/ 219851 w 288586"/>
                <a:gd name="csY2" fmla="*/ 144720 h 288214"/>
                <a:gd name="csX3" fmla="*/ 202906 w 288586"/>
                <a:gd name="csY3" fmla="*/ 162037 h 288214"/>
                <a:gd name="csX4" fmla="*/ 195286 w 288586"/>
                <a:gd name="csY4" fmla="*/ 237061 h 288214"/>
                <a:gd name="csX5" fmla="*/ 159160 w 288586"/>
                <a:gd name="csY5" fmla="*/ 250116 h 288214"/>
                <a:gd name="csX6" fmla="*/ 106409 w 288586"/>
                <a:gd name="csY6" fmla="*/ 198377 h 288214"/>
                <a:gd name="csX7" fmla="*/ 14919 w 288586"/>
                <a:gd name="csY7" fmla="*/ 288214 h 288214"/>
                <a:gd name="csX8" fmla="*/ 0 w 288586"/>
                <a:gd name="csY8" fmla="*/ 273028 h 288214"/>
                <a:gd name="csX9" fmla="*/ 91223 w 288586"/>
                <a:gd name="csY9" fmla="*/ 183458 h 288214"/>
                <a:gd name="csX10" fmla="*/ 39057 w 288586"/>
                <a:gd name="csY10" fmla="*/ 132305 h 288214"/>
                <a:gd name="csX11" fmla="*/ 51419 w 288586"/>
                <a:gd name="csY11" fmla="*/ 95911 h 288214"/>
                <a:gd name="csX12" fmla="*/ 126284 w 288586"/>
                <a:gd name="csY12" fmla="*/ 86853 h 288214"/>
                <a:gd name="csX13" fmla="*/ 143281 w 288586"/>
                <a:gd name="csY13" fmla="*/ 69536 h 288214"/>
                <a:gd name="csX14" fmla="*/ 150847 w 288586"/>
                <a:gd name="csY14" fmla="*/ 12415 h 288214"/>
                <a:gd name="csX15" fmla="*/ 186921 w 288586"/>
                <a:gd name="csY15" fmla="*/ 0 h 288214"/>
                <a:gd name="csX16" fmla="*/ 288587 w 288586"/>
                <a:gd name="csY16" fmla="*/ 99695 h 288214"/>
                <a:gd name="csX17" fmla="*/ 171948 w 288586"/>
                <a:gd name="csY17" fmla="*/ 15293 h 288214"/>
                <a:gd name="csX18" fmla="*/ 163422 w 288586"/>
                <a:gd name="csY18" fmla="*/ 79447 h 288214"/>
                <a:gd name="csX19" fmla="*/ 136248 w 288586"/>
                <a:gd name="csY19" fmla="*/ 107155 h 288214"/>
                <a:gd name="csX20" fmla="*/ 53977 w 288586"/>
                <a:gd name="csY20" fmla="*/ 117119 h 288214"/>
                <a:gd name="csX21" fmla="*/ 174079 w 288586"/>
                <a:gd name="csY21" fmla="*/ 234930 h 288214"/>
                <a:gd name="csX22" fmla="*/ 182445 w 288586"/>
                <a:gd name="csY22" fmla="*/ 152500 h 288214"/>
                <a:gd name="csX23" fmla="*/ 209620 w 288586"/>
                <a:gd name="csY23" fmla="*/ 124792 h 288214"/>
                <a:gd name="csX24" fmla="*/ 273561 w 288586"/>
                <a:gd name="csY24" fmla="*/ 115041 h 288214"/>
                <a:gd name="csX25" fmla="*/ 171948 w 288586"/>
                <a:gd name="csY25" fmla="*/ 15346 h 288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88586" h="288214">
                  <a:moveTo>
                    <a:pt x="288533" y="99748"/>
                  </a:moveTo>
                  <a:lnTo>
                    <a:pt x="276811" y="136035"/>
                  </a:lnTo>
                  <a:lnTo>
                    <a:pt x="219851" y="144720"/>
                  </a:lnTo>
                  <a:lnTo>
                    <a:pt x="202906" y="162037"/>
                  </a:lnTo>
                  <a:lnTo>
                    <a:pt x="195286" y="237061"/>
                  </a:lnTo>
                  <a:lnTo>
                    <a:pt x="159160" y="250116"/>
                  </a:lnTo>
                  <a:lnTo>
                    <a:pt x="106409" y="198377"/>
                  </a:lnTo>
                  <a:lnTo>
                    <a:pt x="14919" y="288214"/>
                  </a:lnTo>
                  <a:lnTo>
                    <a:pt x="0" y="273028"/>
                  </a:lnTo>
                  <a:lnTo>
                    <a:pt x="91223" y="183458"/>
                  </a:lnTo>
                  <a:lnTo>
                    <a:pt x="39057" y="132305"/>
                  </a:lnTo>
                  <a:lnTo>
                    <a:pt x="51419" y="95911"/>
                  </a:lnTo>
                  <a:lnTo>
                    <a:pt x="126284" y="86853"/>
                  </a:lnTo>
                  <a:lnTo>
                    <a:pt x="143281" y="69536"/>
                  </a:lnTo>
                  <a:lnTo>
                    <a:pt x="150847" y="12415"/>
                  </a:lnTo>
                  <a:lnTo>
                    <a:pt x="186921" y="0"/>
                  </a:lnTo>
                  <a:lnTo>
                    <a:pt x="288587" y="99695"/>
                  </a:lnTo>
                  <a:close/>
                  <a:moveTo>
                    <a:pt x="171948" y="15293"/>
                  </a:moveTo>
                  <a:lnTo>
                    <a:pt x="163422" y="79447"/>
                  </a:lnTo>
                  <a:lnTo>
                    <a:pt x="136248" y="107155"/>
                  </a:lnTo>
                  <a:lnTo>
                    <a:pt x="53977" y="117119"/>
                  </a:lnTo>
                  <a:lnTo>
                    <a:pt x="174079" y="234930"/>
                  </a:lnTo>
                  <a:lnTo>
                    <a:pt x="182445" y="152500"/>
                  </a:lnTo>
                  <a:lnTo>
                    <a:pt x="209620" y="124792"/>
                  </a:lnTo>
                  <a:lnTo>
                    <a:pt x="273561" y="115041"/>
                  </a:lnTo>
                  <a:lnTo>
                    <a:pt x="171948" y="1534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3A3443F6-2E8D-D725-893A-9107B047CE15}"/>
                </a:ext>
              </a:extLst>
            </p:cNvPr>
            <p:cNvSpPr/>
            <p:nvPr/>
          </p:nvSpPr>
          <p:spPr>
            <a:xfrm>
              <a:off x="5727176" y="6029099"/>
              <a:ext cx="288586" cy="288214"/>
            </a:xfrm>
            <a:custGeom>
              <a:avLst/>
              <a:gdLst>
                <a:gd name="csX0" fmla="*/ 288533 w 288586"/>
                <a:gd name="csY0" fmla="*/ 99748 h 288214"/>
                <a:gd name="csX1" fmla="*/ 276811 w 288586"/>
                <a:gd name="csY1" fmla="*/ 136035 h 288214"/>
                <a:gd name="csX2" fmla="*/ 219851 w 288586"/>
                <a:gd name="csY2" fmla="*/ 144720 h 288214"/>
                <a:gd name="csX3" fmla="*/ 202906 w 288586"/>
                <a:gd name="csY3" fmla="*/ 162037 h 288214"/>
                <a:gd name="csX4" fmla="*/ 195286 w 288586"/>
                <a:gd name="csY4" fmla="*/ 237061 h 288214"/>
                <a:gd name="csX5" fmla="*/ 159160 w 288586"/>
                <a:gd name="csY5" fmla="*/ 250116 h 288214"/>
                <a:gd name="csX6" fmla="*/ 106409 w 288586"/>
                <a:gd name="csY6" fmla="*/ 198377 h 288214"/>
                <a:gd name="csX7" fmla="*/ 14919 w 288586"/>
                <a:gd name="csY7" fmla="*/ 288214 h 288214"/>
                <a:gd name="csX8" fmla="*/ 0 w 288586"/>
                <a:gd name="csY8" fmla="*/ 273028 h 288214"/>
                <a:gd name="csX9" fmla="*/ 91223 w 288586"/>
                <a:gd name="csY9" fmla="*/ 183458 h 288214"/>
                <a:gd name="csX10" fmla="*/ 39057 w 288586"/>
                <a:gd name="csY10" fmla="*/ 132305 h 288214"/>
                <a:gd name="csX11" fmla="*/ 51419 w 288586"/>
                <a:gd name="csY11" fmla="*/ 95911 h 288214"/>
                <a:gd name="csX12" fmla="*/ 126284 w 288586"/>
                <a:gd name="csY12" fmla="*/ 86853 h 288214"/>
                <a:gd name="csX13" fmla="*/ 143281 w 288586"/>
                <a:gd name="csY13" fmla="*/ 69536 h 288214"/>
                <a:gd name="csX14" fmla="*/ 150847 w 288586"/>
                <a:gd name="csY14" fmla="*/ 12415 h 288214"/>
                <a:gd name="csX15" fmla="*/ 186921 w 288586"/>
                <a:gd name="csY15" fmla="*/ 0 h 288214"/>
                <a:gd name="csX16" fmla="*/ 288587 w 288586"/>
                <a:gd name="csY16" fmla="*/ 99695 h 288214"/>
                <a:gd name="csX17" fmla="*/ 171948 w 288586"/>
                <a:gd name="csY17" fmla="*/ 15293 h 288214"/>
                <a:gd name="csX18" fmla="*/ 163422 w 288586"/>
                <a:gd name="csY18" fmla="*/ 79447 h 288214"/>
                <a:gd name="csX19" fmla="*/ 136248 w 288586"/>
                <a:gd name="csY19" fmla="*/ 107155 h 288214"/>
                <a:gd name="csX20" fmla="*/ 53977 w 288586"/>
                <a:gd name="csY20" fmla="*/ 117119 h 288214"/>
                <a:gd name="csX21" fmla="*/ 174079 w 288586"/>
                <a:gd name="csY21" fmla="*/ 234930 h 288214"/>
                <a:gd name="csX22" fmla="*/ 182445 w 288586"/>
                <a:gd name="csY22" fmla="*/ 152500 h 288214"/>
                <a:gd name="csX23" fmla="*/ 209620 w 288586"/>
                <a:gd name="csY23" fmla="*/ 124792 h 288214"/>
                <a:gd name="csX24" fmla="*/ 273561 w 288586"/>
                <a:gd name="csY24" fmla="*/ 115041 h 288214"/>
                <a:gd name="csX25" fmla="*/ 171948 w 288586"/>
                <a:gd name="csY25" fmla="*/ 15346 h 288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88586" h="288214">
                  <a:moveTo>
                    <a:pt x="288533" y="99748"/>
                  </a:moveTo>
                  <a:lnTo>
                    <a:pt x="276811" y="136035"/>
                  </a:lnTo>
                  <a:lnTo>
                    <a:pt x="219851" y="144720"/>
                  </a:lnTo>
                  <a:lnTo>
                    <a:pt x="202906" y="162037"/>
                  </a:lnTo>
                  <a:lnTo>
                    <a:pt x="195286" y="237061"/>
                  </a:lnTo>
                  <a:lnTo>
                    <a:pt x="159160" y="250116"/>
                  </a:lnTo>
                  <a:lnTo>
                    <a:pt x="106409" y="198377"/>
                  </a:lnTo>
                  <a:lnTo>
                    <a:pt x="14919" y="288214"/>
                  </a:lnTo>
                  <a:lnTo>
                    <a:pt x="0" y="273028"/>
                  </a:lnTo>
                  <a:lnTo>
                    <a:pt x="91223" y="183458"/>
                  </a:lnTo>
                  <a:lnTo>
                    <a:pt x="39057" y="132305"/>
                  </a:lnTo>
                  <a:lnTo>
                    <a:pt x="51419" y="95911"/>
                  </a:lnTo>
                  <a:lnTo>
                    <a:pt x="126284" y="86853"/>
                  </a:lnTo>
                  <a:lnTo>
                    <a:pt x="143281" y="69536"/>
                  </a:lnTo>
                  <a:lnTo>
                    <a:pt x="150847" y="12415"/>
                  </a:lnTo>
                  <a:lnTo>
                    <a:pt x="186921" y="0"/>
                  </a:lnTo>
                  <a:lnTo>
                    <a:pt x="288587" y="99695"/>
                  </a:lnTo>
                  <a:close/>
                  <a:moveTo>
                    <a:pt x="171948" y="15293"/>
                  </a:moveTo>
                  <a:lnTo>
                    <a:pt x="163422" y="79447"/>
                  </a:lnTo>
                  <a:lnTo>
                    <a:pt x="136248" y="107155"/>
                  </a:lnTo>
                  <a:lnTo>
                    <a:pt x="53977" y="117119"/>
                  </a:lnTo>
                  <a:lnTo>
                    <a:pt x="174079" y="234930"/>
                  </a:lnTo>
                  <a:lnTo>
                    <a:pt x="182445" y="152500"/>
                  </a:lnTo>
                  <a:lnTo>
                    <a:pt x="209620" y="124792"/>
                  </a:lnTo>
                  <a:lnTo>
                    <a:pt x="273561" y="115041"/>
                  </a:lnTo>
                  <a:lnTo>
                    <a:pt x="171948" y="1534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B970605B-5561-937E-8A1E-8D6A17B5FE66}"/>
              </a:ext>
            </a:extLst>
          </p:cNvPr>
          <p:cNvGrpSpPr/>
          <p:nvPr userDrawn="1"/>
        </p:nvGrpSpPr>
        <p:grpSpPr>
          <a:xfrm>
            <a:off x="7653132" y="5725694"/>
            <a:ext cx="284664" cy="284643"/>
            <a:chOff x="6755027" y="6029952"/>
            <a:chExt cx="284590" cy="284643"/>
          </a:xfrm>
        </p:grpSpPr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E2F58C47-5BDC-CC37-5FA0-800FBB6E9F7F}"/>
                </a:ext>
              </a:extLst>
            </p:cNvPr>
            <p:cNvSpPr/>
            <p:nvPr/>
          </p:nvSpPr>
          <p:spPr>
            <a:xfrm>
              <a:off x="6755027" y="6029952"/>
              <a:ext cx="284590" cy="284643"/>
            </a:xfrm>
            <a:custGeom>
              <a:avLst/>
              <a:gdLst>
                <a:gd name="csX0" fmla="*/ 207222 w 284590"/>
                <a:gd name="csY0" fmla="*/ 114295 h 284643"/>
                <a:gd name="csX1" fmla="*/ 114242 w 284590"/>
                <a:gd name="csY1" fmla="*/ 21367 h 284643"/>
                <a:gd name="csX2" fmla="*/ 21314 w 284590"/>
                <a:gd name="csY2" fmla="*/ 114295 h 284643"/>
                <a:gd name="csX3" fmla="*/ 114242 w 284590"/>
                <a:gd name="csY3" fmla="*/ 207275 h 284643"/>
                <a:gd name="csX4" fmla="*/ 207222 w 284590"/>
                <a:gd name="csY4" fmla="*/ 114295 h 284643"/>
                <a:gd name="csX5" fmla="*/ 228536 w 284590"/>
                <a:gd name="csY5" fmla="*/ 114295 h 284643"/>
                <a:gd name="csX6" fmla="*/ 202267 w 284590"/>
                <a:gd name="csY6" fmla="*/ 187187 h 284643"/>
                <a:gd name="csX7" fmla="*/ 284591 w 284590"/>
                <a:gd name="csY7" fmla="*/ 269564 h 284643"/>
                <a:gd name="csX8" fmla="*/ 269565 w 284590"/>
                <a:gd name="csY8" fmla="*/ 284644 h 284643"/>
                <a:gd name="csX9" fmla="*/ 187187 w 284590"/>
                <a:gd name="csY9" fmla="*/ 202267 h 284643"/>
                <a:gd name="csX10" fmla="*/ 114242 w 284590"/>
                <a:gd name="csY10" fmla="*/ 228536 h 284643"/>
                <a:gd name="csX11" fmla="*/ 0 w 284590"/>
                <a:gd name="csY11" fmla="*/ 114241 h 284643"/>
                <a:gd name="csX12" fmla="*/ 114242 w 284590"/>
                <a:gd name="csY12" fmla="*/ 0 h 284643"/>
                <a:gd name="csX13" fmla="*/ 228536 w 284590"/>
                <a:gd name="csY13" fmla="*/ 114241 h 284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4590" h="284643">
                  <a:moveTo>
                    <a:pt x="207222" y="114295"/>
                  </a:moveTo>
                  <a:cubicBezTo>
                    <a:pt x="207222" y="62982"/>
                    <a:pt x="165608" y="21367"/>
                    <a:pt x="114242" y="21367"/>
                  </a:cubicBezTo>
                  <a:cubicBezTo>
                    <a:pt x="62876" y="21367"/>
                    <a:pt x="21314" y="62982"/>
                    <a:pt x="21314" y="114295"/>
                  </a:cubicBezTo>
                  <a:cubicBezTo>
                    <a:pt x="21314" y="165607"/>
                    <a:pt x="62929" y="207275"/>
                    <a:pt x="114242" y="207275"/>
                  </a:cubicBezTo>
                  <a:cubicBezTo>
                    <a:pt x="165554" y="207275"/>
                    <a:pt x="207222" y="165660"/>
                    <a:pt x="207222" y="114295"/>
                  </a:cubicBezTo>
                  <a:close/>
                  <a:moveTo>
                    <a:pt x="228536" y="114295"/>
                  </a:moveTo>
                  <a:cubicBezTo>
                    <a:pt x="228536" y="142002"/>
                    <a:pt x="218678" y="167419"/>
                    <a:pt x="202267" y="187187"/>
                  </a:cubicBezTo>
                  <a:lnTo>
                    <a:pt x="284591" y="269564"/>
                  </a:lnTo>
                  <a:lnTo>
                    <a:pt x="269565" y="284644"/>
                  </a:lnTo>
                  <a:lnTo>
                    <a:pt x="187187" y="202267"/>
                  </a:lnTo>
                  <a:cubicBezTo>
                    <a:pt x="167366" y="218678"/>
                    <a:pt x="142002" y="228536"/>
                    <a:pt x="114242" y="228536"/>
                  </a:cubicBezTo>
                  <a:cubicBezTo>
                    <a:pt x="51153" y="228536"/>
                    <a:pt x="0" y="177383"/>
                    <a:pt x="0" y="114241"/>
                  </a:cubicBezTo>
                  <a:cubicBezTo>
                    <a:pt x="0" y="51099"/>
                    <a:pt x="51153" y="0"/>
                    <a:pt x="114242" y="0"/>
                  </a:cubicBezTo>
                  <a:cubicBezTo>
                    <a:pt x="177330" y="0"/>
                    <a:pt x="228536" y="51153"/>
                    <a:pt x="228536" y="11424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19AE0E2E-AEBB-12CA-450A-02B40F4CD97F}"/>
                </a:ext>
              </a:extLst>
            </p:cNvPr>
            <p:cNvSpPr/>
            <p:nvPr/>
          </p:nvSpPr>
          <p:spPr>
            <a:xfrm>
              <a:off x="6755027" y="6029952"/>
              <a:ext cx="284590" cy="284643"/>
            </a:xfrm>
            <a:custGeom>
              <a:avLst/>
              <a:gdLst>
                <a:gd name="csX0" fmla="*/ 207222 w 284590"/>
                <a:gd name="csY0" fmla="*/ 114295 h 284643"/>
                <a:gd name="csX1" fmla="*/ 114242 w 284590"/>
                <a:gd name="csY1" fmla="*/ 21367 h 284643"/>
                <a:gd name="csX2" fmla="*/ 21314 w 284590"/>
                <a:gd name="csY2" fmla="*/ 114295 h 284643"/>
                <a:gd name="csX3" fmla="*/ 114242 w 284590"/>
                <a:gd name="csY3" fmla="*/ 207275 h 284643"/>
                <a:gd name="csX4" fmla="*/ 207222 w 284590"/>
                <a:gd name="csY4" fmla="*/ 114295 h 284643"/>
                <a:gd name="csX5" fmla="*/ 228536 w 284590"/>
                <a:gd name="csY5" fmla="*/ 114295 h 284643"/>
                <a:gd name="csX6" fmla="*/ 202267 w 284590"/>
                <a:gd name="csY6" fmla="*/ 187187 h 284643"/>
                <a:gd name="csX7" fmla="*/ 284591 w 284590"/>
                <a:gd name="csY7" fmla="*/ 269564 h 284643"/>
                <a:gd name="csX8" fmla="*/ 269565 w 284590"/>
                <a:gd name="csY8" fmla="*/ 284644 h 284643"/>
                <a:gd name="csX9" fmla="*/ 187187 w 284590"/>
                <a:gd name="csY9" fmla="*/ 202267 h 284643"/>
                <a:gd name="csX10" fmla="*/ 114242 w 284590"/>
                <a:gd name="csY10" fmla="*/ 228536 h 284643"/>
                <a:gd name="csX11" fmla="*/ 0 w 284590"/>
                <a:gd name="csY11" fmla="*/ 114241 h 284643"/>
                <a:gd name="csX12" fmla="*/ 114242 w 284590"/>
                <a:gd name="csY12" fmla="*/ 0 h 284643"/>
                <a:gd name="csX13" fmla="*/ 228536 w 284590"/>
                <a:gd name="csY13" fmla="*/ 114241 h 284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4590" h="284643">
                  <a:moveTo>
                    <a:pt x="207222" y="114295"/>
                  </a:moveTo>
                  <a:cubicBezTo>
                    <a:pt x="207222" y="62982"/>
                    <a:pt x="165608" y="21367"/>
                    <a:pt x="114242" y="21367"/>
                  </a:cubicBezTo>
                  <a:cubicBezTo>
                    <a:pt x="62876" y="21367"/>
                    <a:pt x="21314" y="62982"/>
                    <a:pt x="21314" y="114295"/>
                  </a:cubicBezTo>
                  <a:cubicBezTo>
                    <a:pt x="21314" y="165607"/>
                    <a:pt x="62929" y="207275"/>
                    <a:pt x="114242" y="207275"/>
                  </a:cubicBezTo>
                  <a:cubicBezTo>
                    <a:pt x="165554" y="207275"/>
                    <a:pt x="207222" y="165660"/>
                    <a:pt x="207222" y="114295"/>
                  </a:cubicBezTo>
                  <a:close/>
                  <a:moveTo>
                    <a:pt x="228536" y="114295"/>
                  </a:moveTo>
                  <a:cubicBezTo>
                    <a:pt x="228536" y="142002"/>
                    <a:pt x="218678" y="167419"/>
                    <a:pt x="202267" y="187187"/>
                  </a:cubicBezTo>
                  <a:lnTo>
                    <a:pt x="284591" y="269564"/>
                  </a:lnTo>
                  <a:lnTo>
                    <a:pt x="269565" y="284644"/>
                  </a:lnTo>
                  <a:lnTo>
                    <a:pt x="187187" y="202267"/>
                  </a:lnTo>
                  <a:cubicBezTo>
                    <a:pt x="167366" y="218678"/>
                    <a:pt x="142002" y="228536"/>
                    <a:pt x="114242" y="228536"/>
                  </a:cubicBezTo>
                  <a:cubicBezTo>
                    <a:pt x="51153" y="228536"/>
                    <a:pt x="0" y="177383"/>
                    <a:pt x="0" y="114241"/>
                  </a:cubicBezTo>
                  <a:cubicBezTo>
                    <a:pt x="0" y="51099"/>
                    <a:pt x="51153" y="0"/>
                    <a:pt x="114242" y="0"/>
                  </a:cubicBezTo>
                  <a:cubicBezTo>
                    <a:pt x="177330" y="0"/>
                    <a:pt x="228536" y="51153"/>
                    <a:pt x="228536" y="11424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527E6E27-7697-75FA-B0AA-91F469E2C1BC}"/>
              </a:ext>
            </a:extLst>
          </p:cNvPr>
          <p:cNvGrpSpPr/>
          <p:nvPr userDrawn="1"/>
        </p:nvGrpSpPr>
        <p:grpSpPr>
          <a:xfrm>
            <a:off x="1874361" y="5721022"/>
            <a:ext cx="315903" cy="315821"/>
            <a:chOff x="1873872" y="5721021"/>
            <a:chExt cx="315821" cy="315821"/>
          </a:xfrm>
        </p:grpSpPr>
        <p:pic>
          <p:nvPicPr>
            <p:cNvPr id="377" name="Graphic 376">
              <a:extLst>
                <a:ext uri="{FF2B5EF4-FFF2-40B4-BE49-F238E27FC236}">
                  <a16:creationId xmlns:a16="http://schemas.microsoft.com/office/drawing/2014/main" id="{207CC958-785D-7B4F-7794-0DD9E2C35B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73872" y="5721021"/>
              <a:ext cx="315821" cy="315821"/>
            </a:xfrm>
            <a:prstGeom prst="rect">
              <a:avLst/>
            </a:prstGeom>
          </p:spPr>
        </p:pic>
        <p:pic>
          <p:nvPicPr>
            <p:cNvPr id="378" name="Graphic 377">
              <a:extLst>
                <a:ext uri="{FF2B5EF4-FFF2-40B4-BE49-F238E27FC236}">
                  <a16:creationId xmlns:a16="http://schemas.microsoft.com/office/drawing/2014/main" id="{3B5941B8-804E-483A-D6D5-4B174B971B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73872" y="5721021"/>
              <a:ext cx="315821" cy="31582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132787"/>
            <a:ext cx="4194175" cy="543614"/>
          </a:xfrm>
        </p:spPr>
        <p:txBody>
          <a:bodyPr anchor="t">
            <a:noAutofit/>
          </a:bodyPr>
          <a:lstStyle>
            <a:lvl1pPr>
              <a:defRPr cap="all" baseline="0"/>
            </a:lvl1pPr>
          </a:lstStyle>
          <a:p>
            <a:r>
              <a:rPr lang="en-US" dirty="0"/>
              <a:t>Small Scale Icons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F818DA2-BA5C-BE6F-7EC8-C849E69544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E0B2581-3EF6-0BBF-2EEA-74743205F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028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-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346D661-B197-13DA-2DB1-67025B511D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2280" y="3086685"/>
            <a:ext cx="1394555" cy="1394555"/>
          </a:xfrm>
          <a:prstGeom prst="rect">
            <a:avLst/>
          </a:prstGeom>
        </p:spPr>
      </p:pic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D2CC30A6-9164-AEF1-4141-F03B00890ACC}"/>
              </a:ext>
            </a:extLst>
          </p:cNvPr>
          <p:cNvSpPr txBox="1">
            <a:spLocks/>
          </p:cNvSpPr>
          <p:nvPr userDrawn="1"/>
        </p:nvSpPr>
        <p:spPr>
          <a:xfrm>
            <a:off x="10798893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Attention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C8EEF1E8-656B-B838-5185-98F2063D2E3C}"/>
              </a:ext>
            </a:extLst>
          </p:cNvPr>
          <p:cNvSpPr txBox="1">
            <a:spLocks/>
          </p:cNvSpPr>
          <p:nvPr userDrawn="1"/>
        </p:nvSpPr>
        <p:spPr>
          <a:xfrm>
            <a:off x="10798893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Target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CC7E4F8-3AC0-47CD-06C7-F41F2DBB3FEE}"/>
              </a:ext>
            </a:extLst>
          </p:cNvPr>
          <p:cNvSpPr txBox="1">
            <a:spLocks/>
          </p:cNvSpPr>
          <p:nvPr userDrawn="1"/>
        </p:nvSpPr>
        <p:spPr>
          <a:xfrm>
            <a:off x="10798893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Space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0C03911B-105B-9C02-668F-B5196BBBCE46}"/>
              </a:ext>
            </a:extLst>
          </p:cNvPr>
          <p:cNvSpPr txBox="1">
            <a:spLocks/>
          </p:cNvSpPr>
          <p:nvPr userDrawn="1"/>
        </p:nvSpPr>
        <p:spPr>
          <a:xfrm>
            <a:off x="7856430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Complexity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3B56392A-B5C5-1A11-43B0-8C4BC1B137A1}"/>
              </a:ext>
            </a:extLst>
          </p:cNvPr>
          <p:cNvSpPr txBox="1">
            <a:spLocks/>
          </p:cNvSpPr>
          <p:nvPr userDrawn="1"/>
        </p:nvSpPr>
        <p:spPr>
          <a:xfrm>
            <a:off x="7856430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Progression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1AC2B92-CE90-4A6F-3953-F3A008AC3B58}"/>
              </a:ext>
            </a:extLst>
          </p:cNvPr>
          <p:cNvSpPr txBox="1">
            <a:spLocks/>
          </p:cNvSpPr>
          <p:nvPr userDrawn="1"/>
        </p:nvSpPr>
        <p:spPr>
          <a:xfrm>
            <a:off x="7856430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Multiply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D165060F-B27A-550C-5700-84FC00813336}"/>
              </a:ext>
            </a:extLst>
          </p:cNvPr>
          <p:cNvSpPr txBox="1">
            <a:spLocks/>
          </p:cNvSpPr>
          <p:nvPr userDrawn="1"/>
        </p:nvSpPr>
        <p:spPr>
          <a:xfrm>
            <a:off x="5146889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Detail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A82C7A-AF4E-AEAF-BBAF-C67943A96FCD}"/>
              </a:ext>
            </a:extLst>
          </p:cNvPr>
          <p:cNvSpPr txBox="1">
            <a:spLocks/>
          </p:cNvSpPr>
          <p:nvPr userDrawn="1"/>
        </p:nvSpPr>
        <p:spPr>
          <a:xfrm>
            <a:off x="5146889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Growth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76BD0E6-EE70-2656-47DD-9893A0CA9362}"/>
              </a:ext>
            </a:extLst>
          </p:cNvPr>
          <p:cNvSpPr txBox="1">
            <a:spLocks/>
          </p:cNvSpPr>
          <p:nvPr userDrawn="1"/>
        </p:nvSpPr>
        <p:spPr>
          <a:xfrm>
            <a:off x="5146889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Added Value</a:t>
            </a:r>
          </a:p>
        </p:txBody>
      </p:sp>
      <p:sp>
        <p:nvSpPr>
          <p:cNvPr id="31" name="Large icon-9">
            <a:extLst>
              <a:ext uri="{FF2B5EF4-FFF2-40B4-BE49-F238E27FC236}">
                <a16:creationId xmlns:a16="http://schemas.microsoft.com/office/drawing/2014/main" id="{8CC479CA-986B-E851-5A16-19695F294358}"/>
              </a:ext>
            </a:extLst>
          </p:cNvPr>
          <p:cNvSpPr/>
          <p:nvPr userDrawn="1"/>
        </p:nvSpPr>
        <p:spPr>
          <a:xfrm>
            <a:off x="9142834" y="4743859"/>
            <a:ext cx="1693451" cy="1536798"/>
          </a:xfrm>
          <a:custGeom>
            <a:avLst/>
            <a:gdLst>
              <a:gd name="csX0" fmla="*/ 417078 w 800678"/>
              <a:gd name="csY0" fmla="*/ 31049 h 726800"/>
              <a:gd name="csX1" fmla="*/ 487678 w 800678"/>
              <a:gd name="csY1" fmla="*/ 149902 h 726800"/>
              <a:gd name="csX2" fmla="*/ 487678 w 800678"/>
              <a:gd name="csY2" fmla="*/ 160144 h 726800"/>
              <a:gd name="csX3" fmla="*/ 487637 w 800678"/>
              <a:gd name="csY3" fmla="*/ 160144 h 726800"/>
              <a:gd name="csX4" fmla="*/ 714008 w 800678"/>
              <a:gd name="csY4" fmla="*/ 574307 h 726800"/>
              <a:gd name="csX5" fmla="*/ 716802 w 800678"/>
              <a:gd name="csY5" fmla="*/ 575927 h 726800"/>
              <a:gd name="csX6" fmla="*/ 800679 w 800678"/>
              <a:gd name="csY6" fmla="*/ 725505 h 726800"/>
              <a:gd name="csX7" fmla="*/ 625921 w 800678"/>
              <a:gd name="csY7" fmla="*/ 726800 h 726800"/>
              <a:gd name="csX8" fmla="*/ 622359 w 800678"/>
              <a:gd name="csY8" fmla="*/ 724736 h 726800"/>
              <a:gd name="csX9" fmla="*/ 178320 w 800678"/>
              <a:gd name="csY9" fmla="*/ 724736 h 726800"/>
              <a:gd name="csX10" fmla="*/ 174757 w 800678"/>
              <a:gd name="csY10" fmla="*/ 726800 h 726800"/>
              <a:gd name="csX11" fmla="*/ 0 w 800678"/>
              <a:gd name="csY11" fmla="*/ 725505 h 726800"/>
              <a:gd name="csX12" fmla="*/ 83877 w 800678"/>
              <a:gd name="csY12" fmla="*/ 575927 h 726800"/>
              <a:gd name="csX13" fmla="*/ 86832 w 800678"/>
              <a:gd name="csY13" fmla="*/ 574227 h 726800"/>
              <a:gd name="csX14" fmla="*/ 311544 w 800678"/>
              <a:gd name="csY14" fmla="*/ 162249 h 726800"/>
              <a:gd name="csX15" fmla="*/ 311544 w 800678"/>
              <a:gd name="csY15" fmla="*/ 153181 h 726800"/>
              <a:gd name="csX16" fmla="*/ 381171 w 800678"/>
              <a:gd name="csY16" fmla="*/ 34611 h 726800"/>
              <a:gd name="csX17" fmla="*/ 400076 w 800678"/>
              <a:gd name="csY17" fmla="*/ 0 h 726800"/>
              <a:gd name="csX18" fmla="*/ 417038 w 800678"/>
              <a:gd name="csY18" fmla="*/ 31049 h 726800"/>
              <a:gd name="csX19" fmla="*/ 321907 w 800678"/>
              <a:gd name="csY19" fmla="*/ 160144 h 726800"/>
              <a:gd name="csX20" fmla="*/ 316644 w 800678"/>
              <a:gd name="csY20" fmla="*/ 161561 h 726800"/>
              <a:gd name="csX21" fmla="*/ 93107 w 800678"/>
              <a:gd name="csY21" fmla="*/ 571393 h 726800"/>
              <a:gd name="csX22" fmla="*/ 97034 w 800678"/>
              <a:gd name="csY22" fmla="*/ 582039 h 726800"/>
              <a:gd name="csX23" fmla="*/ 77845 w 800678"/>
              <a:gd name="csY23" fmla="*/ 663973 h 726800"/>
              <a:gd name="csX24" fmla="*/ 92216 w 800678"/>
              <a:gd name="csY24" fmla="*/ 688910 h 726800"/>
              <a:gd name="csX25" fmla="*/ 175729 w 800678"/>
              <a:gd name="csY25" fmla="*/ 714413 h 726800"/>
              <a:gd name="csX26" fmla="*/ 182044 w 800678"/>
              <a:gd name="csY26" fmla="*/ 720688 h 726800"/>
              <a:gd name="csX27" fmla="*/ 618756 w 800678"/>
              <a:gd name="csY27" fmla="*/ 720688 h 726800"/>
              <a:gd name="csX28" fmla="*/ 625071 w 800678"/>
              <a:gd name="csY28" fmla="*/ 714413 h 726800"/>
              <a:gd name="csX29" fmla="*/ 708584 w 800678"/>
              <a:gd name="csY29" fmla="*/ 688910 h 726800"/>
              <a:gd name="csX30" fmla="*/ 722955 w 800678"/>
              <a:gd name="csY30" fmla="*/ 663973 h 726800"/>
              <a:gd name="csX31" fmla="*/ 703767 w 800678"/>
              <a:gd name="csY31" fmla="*/ 582039 h 726800"/>
              <a:gd name="csX32" fmla="*/ 707734 w 800678"/>
              <a:gd name="csY32" fmla="*/ 571312 h 726800"/>
              <a:gd name="csX33" fmla="*/ 482496 w 800678"/>
              <a:gd name="csY33" fmla="*/ 159253 h 726800"/>
              <a:gd name="csX34" fmla="*/ 475817 w 800678"/>
              <a:gd name="csY34" fmla="*/ 158120 h 726800"/>
              <a:gd name="csX35" fmla="*/ 414447 w 800678"/>
              <a:gd name="csY35" fmla="*/ 100556 h 726800"/>
              <a:gd name="csX36" fmla="*/ 385665 w 800678"/>
              <a:gd name="csY36" fmla="*/ 100556 h 726800"/>
              <a:gd name="csX37" fmla="*/ 321826 w 800678"/>
              <a:gd name="csY37" fmla="*/ 160144 h 72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00678" h="726800">
                <a:moveTo>
                  <a:pt x="417078" y="31049"/>
                </a:moveTo>
                <a:lnTo>
                  <a:pt x="487678" y="149902"/>
                </a:lnTo>
                <a:lnTo>
                  <a:pt x="487678" y="160144"/>
                </a:lnTo>
                <a:lnTo>
                  <a:pt x="487637" y="160144"/>
                </a:lnTo>
                <a:cubicBezTo>
                  <a:pt x="487637" y="160144"/>
                  <a:pt x="714008" y="574307"/>
                  <a:pt x="714008" y="574307"/>
                </a:cubicBezTo>
                <a:lnTo>
                  <a:pt x="716802" y="575927"/>
                </a:lnTo>
                <a:lnTo>
                  <a:pt x="800679" y="725505"/>
                </a:lnTo>
                <a:lnTo>
                  <a:pt x="625921" y="726800"/>
                </a:lnTo>
                <a:lnTo>
                  <a:pt x="622359" y="724736"/>
                </a:lnTo>
                <a:lnTo>
                  <a:pt x="178320" y="724736"/>
                </a:lnTo>
                <a:lnTo>
                  <a:pt x="174757" y="726800"/>
                </a:lnTo>
                <a:lnTo>
                  <a:pt x="0" y="725505"/>
                </a:lnTo>
                <a:lnTo>
                  <a:pt x="83877" y="575927"/>
                </a:lnTo>
                <a:lnTo>
                  <a:pt x="86832" y="574227"/>
                </a:lnTo>
                <a:lnTo>
                  <a:pt x="311544" y="162249"/>
                </a:lnTo>
                <a:lnTo>
                  <a:pt x="311544" y="153181"/>
                </a:lnTo>
                <a:lnTo>
                  <a:pt x="381171" y="34611"/>
                </a:lnTo>
                <a:lnTo>
                  <a:pt x="400076" y="0"/>
                </a:lnTo>
                <a:lnTo>
                  <a:pt x="417038" y="31049"/>
                </a:lnTo>
                <a:close/>
                <a:moveTo>
                  <a:pt x="321907" y="160144"/>
                </a:moveTo>
                <a:lnTo>
                  <a:pt x="316644" y="161561"/>
                </a:lnTo>
                <a:lnTo>
                  <a:pt x="93107" y="571393"/>
                </a:lnTo>
                <a:lnTo>
                  <a:pt x="97034" y="582039"/>
                </a:lnTo>
                <a:lnTo>
                  <a:pt x="77845" y="663973"/>
                </a:lnTo>
                <a:lnTo>
                  <a:pt x="92216" y="688910"/>
                </a:lnTo>
                <a:lnTo>
                  <a:pt x="175729" y="714413"/>
                </a:lnTo>
                <a:lnTo>
                  <a:pt x="182044" y="720688"/>
                </a:lnTo>
                <a:lnTo>
                  <a:pt x="618756" y="720688"/>
                </a:lnTo>
                <a:lnTo>
                  <a:pt x="625071" y="714413"/>
                </a:lnTo>
                <a:lnTo>
                  <a:pt x="708584" y="688910"/>
                </a:lnTo>
                <a:lnTo>
                  <a:pt x="722955" y="663973"/>
                </a:lnTo>
                <a:lnTo>
                  <a:pt x="703767" y="582039"/>
                </a:lnTo>
                <a:lnTo>
                  <a:pt x="707734" y="571312"/>
                </a:lnTo>
                <a:lnTo>
                  <a:pt x="482496" y="159253"/>
                </a:lnTo>
                <a:lnTo>
                  <a:pt x="475817" y="158120"/>
                </a:lnTo>
                <a:lnTo>
                  <a:pt x="414447" y="100556"/>
                </a:lnTo>
                <a:lnTo>
                  <a:pt x="385665" y="100556"/>
                </a:lnTo>
                <a:lnTo>
                  <a:pt x="321826" y="160144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5" name="Large icon-7">
            <a:extLst>
              <a:ext uri="{FF2B5EF4-FFF2-40B4-BE49-F238E27FC236}">
                <a16:creationId xmlns:a16="http://schemas.microsoft.com/office/drawing/2014/main" id="{B05FED40-D02F-E3A9-AFE9-68267B4E31CE}"/>
              </a:ext>
            </a:extLst>
          </p:cNvPr>
          <p:cNvSpPr/>
          <p:nvPr userDrawn="1"/>
        </p:nvSpPr>
        <p:spPr>
          <a:xfrm>
            <a:off x="9219036" y="1030216"/>
            <a:ext cx="1541048" cy="1672295"/>
          </a:xfrm>
          <a:custGeom>
            <a:avLst/>
            <a:gdLst>
              <a:gd name="csX0" fmla="*/ 410966 w 728621"/>
              <a:gd name="csY0" fmla="*/ 26515 h 790881"/>
              <a:gd name="csX1" fmla="*/ 534150 w 728621"/>
              <a:gd name="csY1" fmla="*/ 92176 h 790881"/>
              <a:gd name="csX2" fmla="*/ 534150 w 728621"/>
              <a:gd name="csY2" fmla="*/ 93269 h 790881"/>
              <a:gd name="csX3" fmla="*/ 726841 w 728621"/>
              <a:gd name="csY3" fmla="*/ 197710 h 790881"/>
              <a:gd name="csX4" fmla="*/ 726841 w 728621"/>
              <a:gd name="csY4" fmla="*/ 394004 h 790881"/>
              <a:gd name="csX5" fmla="*/ 728622 w 728621"/>
              <a:gd name="csY5" fmla="*/ 395016 h 790881"/>
              <a:gd name="csX6" fmla="*/ 726841 w 728621"/>
              <a:gd name="csY6" fmla="*/ 493183 h 790881"/>
              <a:gd name="csX7" fmla="*/ 726841 w 728621"/>
              <a:gd name="csY7" fmla="*/ 593131 h 790881"/>
              <a:gd name="csX8" fmla="*/ 690934 w 728621"/>
              <a:gd name="csY8" fmla="*/ 612603 h 790881"/>
              <a:gd name="csX9" fmla="*/ 563661 w 728621"/>
              <a:gd name="csY9" fmla="*/ 689193 h 790881"/>
              <a:gd name="csX10" fmla="*/ 554148 w 728621"/>
              <a:gd name="csY10" fmla="*/ 686764 h 790881"/>
              <a:gd name="csX11" fmla="*/ 362024 w 728621"/>
              <a:gd name="csY11" fmla="*/ 790882 h 790881"/>
              <a:gd name="csX12" fmla="*/ 178199 w 728621"/>
              <a:gd name="csY12" fmla="*/ 690165 h 790881"/>
              <a:gd name="csX13" fmla="*/ 168280 w 728621"/>
              <a:gd name="csY13" fmla="*/ 691582 h 790881"/>
              <a:gd name="csX14" fmla="*/ 37040 w 728621"/>
              <a:gd name="csY14" fmla="*/ 612805 h 790881"/>
              <a:gd name="csX15" fmla="*/ 1174 w 728621"/>
              <a:gd name="csY15" fmla="*/ 593172 h 790881"/>
              <a:gd name="csX16" fmla="*/ 1174 w 728621"/>
              <a:gd name="csY16" fmla="*/ 460150 h 790881"/>
              <a:gd name="csX17" fmla="*/ 0 w 728621"/>
              <a:gd name="csY17" fmla="*/ 395664 h 790881"/>
              <a:gd name="csX18" fmla="*/ 1174 w 728621"/>
              <a:gd name="csY18" fmla="*/ 394976 h 790881"/>
              <a:gd name="csX19" fmla="*/ 1174 w 728621"/>
              <a:gd name="csY19" fmla="*/ 197710 h 790881"/>
              <a:gd name="csX20" fmla="*/ 189088 w 728621"/>
              <a:gd name="csY20" fmla="*/ 94767 h 790881"/>
              <a:gd name="csX21" fmla="*/ 189088 w 728621"/>
              <a:gd name="csY21" fmla="*/ 92176 h 790881"/>
              <a:gd name="csX22" fmla="*/ 348422 w 728621"/>
              <a:gd name="csY22" fmla="*/ 7449 h 790881"/>
              <a:gd name="csX23" fmla="*/ 362024 w 728621"/>
              <a:gd name="csY23" fmla="*/ 0 h 790881"/>
              <a:gd name="csX24" fmla="*/ 410966 w 728621"/>
              <a:gd name="csY24" fmla="*/ 26515 h 790881"/>
              <a:gd name="csX25" fmla="*/ 450435 w 728621"/>
              <a:gd name="csY25" fmla="*/ 353523 h 790881"/>
              <a:gd name="csX26" fmla="*/ 449909 w 728621"/>
              <a:gd name="csY26" fmla="*/ 353847 h 790881"/>
              <a:gd name="csX27" fmla="*/ 464563 w 728621"/>
              <a:gd name="csY27" fmla="*/ 346722 h 790881"/>
              <a:gd name="csX28" fmla="*/ 390725 w 728621"/>
              <a:gd name="csY28" fmla="*/ 404974 h 790881"/>
              <a:gd name="csX29" fmla="*/ 379593 w 728621"/>
              <a:gd name="csY29" fmla="*/ 426065 h 790881"/>
              <a:gd name="csX30" fmla="*/ 367084 w 728621"/>
              <a:gd name="csY30" fmla="*/ 485937 h 790881"/>
              <a:gd name="csX31" fmla="*/ 367084 w 728621"/>
              <a:gd name="csY31" fmla="*/ 783514 h 790881"/>
              <a:gd name="csX32" fmla="*/ 548359 w 728621"/>
              <a:gd name="csY32" fmla="*/ 685266 h 790881"/>
              <a:gd name="csX33" fmla="*/ 547995 w 728621"/>
              <a:gd name="csY33" fmla="*/ 685186 h 790881"/>
              <a:gd name="csX34" fmla="*/ 551273 w 728621"/>
              <a:gd name="csY34" fmla="*/ 670369 h 790881"/>
              <a:gd name="csX35" fmla="*/ 679154 w 728621"/>
              <a:gd name="csY35" fmla="*/ 573538 h 790881"/>
              <a:gd name="csX36" fmla="*/ 686117 w 728621"/>
              <a:gd name="csY36" fmla="*/ 561434 h 790881"/>
              <a:gd name="csX37" fmla="*/ 715830 w 728621"/>
              <a:gd name="csY37" fmla="*/ 398416 h 790881"/>
              <a:gd name="csX38" fmla="*/ 720485 w 728621"/>
              <a:gd name="csY38" fmla="*/ 390361 h 790881"/>
              <a:gd name="csX39" fmla="*/ 722752 w 728621"/>
              <a:gd name="csY39" fmla="*/ 391656 h 790881"/>
              <a:gd name="csX40" fmla="*/ 722752 w 728621"/>
              <a:gd name="csY40" fmla="*/ 202852 h 790881"/>
              <a:gd name="csX41" fmla="*/ 450354 w 728621"/>
              <a:gd name="csY41" fmla="*/ 353523 h 790881"/>
              <a:gd name="csX42" fmla="*/ 5222 w 728621"/>
              <a:gd name="csY42" fmla="*/ 392628 h 790881"/>
              <a:gd name="csX43" fmla="*/ 8096 w 728621"/>
              <a:gd name="csY43" fmla="*/ 390968 h 790881"/>
              <a:gd name="csX44" fmla="*/ 12751 w 728621"/>
              <a:gd name="csY44" fmla="*/ 399024 h 790881"/>
              <a:gd name="csX45" fmla="*/ 42465 w 728621"/>
              <a:gd name="csY45" fmla="*/ 562042 h 790881"/>
              <a:gd name="csX46" fmla="*/ 49468 w 728621"/>
              <a:gd name="csY46" fmla="*/ 574145 h 790881"/>
              <a:gd name="csX47" fmla="*/ 179048 w 728621"/>
              <a:gd name="csY47" fmla="*/ 677535 h 790881"/>
              <a:gd name="csX48" fmla="*/ 180223 w 728621"/>
              <a:gd name="csY48" fmla="*/ 686562 h 790881"/>
              <a:gd name="csX49" fmla="*/ 357004 w 728621"/>
              <a:gd name="csY49" fmla="*/ 783433 h 790881"/>
              <a:gd name="csX50" fmla="*/ 357004 w 728621"/>
              <a:gd name="csY50" fmla="*/ 489459 h 790881"/>
              <a:gd name="csX51" fmla="*/ 343766 w 728621"/>
              <a:gd name="csY51" fmla="*/ 426025 h 790881"/>
              <a:gd name="csX52" fmla="*/ 332634 w 728621"/>
              <a:gd name="csY52" fmla="*/ 404934 h 790881"/>
              <a:gd name="csX53" fmla="*/ 258311 w 728621"/>
              <a:gd name="csY53" fmla="*/ 343079 h 790881"/>
              <a:gd name="csX54" fmla="*/ 268026 w 728621"/>
              <a:gd name="csY54" fmla="*/ 348139 h 790881"/>
              <a:gd name="csX55" fmla="*/ 5222 w 728621"/>
              <a:gd name="csY55" fmla="*/ 202811 h 790881"/>
              <a:gd name="csX56" fmla="*/ 5222 w 728621"/>
              <a:gd name="csY56" fmla="*/ 392587 h 790881"/>
              <a:gd name="csX57" fmla="*/ 198399 w 728621"/>
              <a:gd name="csY57" fmla="*/ 101487 h 790881"/>
              <a:gd name="csX58" fmla="*/ 189088 w 728621"/>
              <a:gd name="csY58" fmla="*/ 101487 h 790881"/>
              <a:gd name="csX59" fmla="*/ 189088 w 728621"/>
              <a:gd name="csY59" fmla="*/ 99381 h 790881"/>
              <a:gd name="csX60" fmla="*/ 6922 w 728621"/>
              <a:gd name="csY60" fmla="*/ 199168 h 790881"/>
              <a:gd name="csX61" fmla="*/ 270455 w 728621"/>
              <a:gd name="csY61" fmla="*/ 344900 h 790881"/>
              <a:gd name="csX62" fmla="*/ 347572 w 728621"/>
              <a:gd name="csY62" fmla="*/ 369594 h 790881"/>
              <a:gd name="csX63" fmla="*/ 377002 w 728621"/>
              <a:gd name="csY63" fmla="*/ 369594 h 790881"/>
              <a:gd name="csX64" fmla="*/ 451244 w 728621"/>
              <a:gd name="csY64" fmla="*/ 348463 h 790881"/>
              <a:gd name="csX65" fmla="*/ 721052 w 728621"/>
              <a:gd name="csY65" fmla="*/ 199208 h 790881"/>
              <a:gd name="csX66" fmla="*/ 534109 w 728621"/>
              <a:gd name="csY66" fmla="*/ 97924 h 790881"/>
              <a:gd name="csX67" fmla="*/ 534109 w 728621"/>
              <a:gd name="csY67" fmla="*/ 101527 h 790881"/>
              <a:gd name="csX68" fmla="*/ 524799 w 728621"/>
              <a:gd name="csY68" fmla="*/ 101527 h 790881"/>
              <a:gd name="csX69" fmla="*/ 368784 w 728621"/>
              <a:gd name="csY69" fmla="*/ 45744 h 790881"/>
              <a:gd name="csX70" fmla="*/ 354818 w 728621"/>
              <a:gd name="csY70" fmla="*/ 45744 h 790881"/>
              <a:gd name="csX71" fmla="*/ 198399 w 728621"/>
              <a:gd name="csY71" fmla="*/ 101527 h 790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728621" h="790881">
                <a:moveTo>
                  <a:pt x="410966" y="26515"/>
                </a:moveTo>
                <a:lnTo>
                  <a:pt x="534150" y="92176"/>
                </a:lnTo>
                <a:lnTo>
                  <a:pt x="534150" y="93269"/>
                </a:lnTo>
                <a:lnTo>
                  <a:pt x="726841" y="197710"/>
                </a:lnTo>
                <a:lnTo>
                  <a:pt x="726841" y="394004"/>
                </a:lnTo>
                <a:lnTo>
                  <a:pt x="728622" y="395016"/>
                </a:lnTo>
                <a:lnTo>
                  <a:pt x="726841" y="493183"/>
                </a:lnTo>
                <a:lnTo>
                  <a:pt x="726841" y="593131"/>
                </a:lnTo>
                <a:lnTo>
                  <a:pt x="690934" y="612603"/>
                </a:lnTo>
                <a:lnTo>
                  <a:pt x="563661" y="689193"/>
                </a:lnTo>
                <a:lnTo>
                  <a:pt x="554148" y="686764"/>
                </a:lnTo>
                <a:lnTo>
                  <a:pt x="362024" y="790882"/>
                </a:lnTo>
                <a:lnTo>
                  <a:pt x="178199" y="690165"/>
                </a:lnTo>
                <a:lnTo>
                  <a:pt x="168280" y="691582"/>
                </a:lnTo>
                <a:lnTo>
                  <a:pt x="37040" y="612805"/>
                </a:lnTo>
                <a:lnTo>
                  <a:pt x="1174" y="593172"/>
                </a:lnTo>
                <a:lnTo>
                  <a:pt x="1174" y="460150"/>
                </a:lnTo>
                <a:lnTo>
                  <a:pt x="0" y="395664"/>
                </a:lnTo>
                <a:lnTo>
                  <a:pt x="1174" y="394976"/>
                </a:lnTo>
                <a:lnTo>
                  <a:pt x="1174" y="197710"/>
                </a:lnTo>
                <a:lnTo>
                  <a:pt x="189088" y="94767"/>
                </a:lnTo>
                <a:lnTo>
                  <a:pt x="189088" y="92176"/>
                </a:lnTo>
                <a:lnTo>
                  <a:pt x="348422" y="7449"/>
                </a:lnTo>
                <a:lnTo>
                  <a:pt x="362024" y="0"/>
                </a:lnTo>
                <a:lnTo>
                  <a:pt x="410966" y="26515"/>
                </a:lnTo>
                <a:close/>
                <a:moveTo>
                  <a:pt x="450435" y="353523"/>
                </a:moveTo>
                <a:lnTo>
                  <a:pt x="449909" y="353847"/>
                </a:lnTo>
                <a:lnTo>
                  <a:pt x="464563" y="346722"/>
                </a:lnTo>
                <a:lnTo>
                  <a:pt x="390725" y="404974"/>
                </a:lnTo>
                <a:lnTo>
                  <a:pt x="379593" y="426065"/>
                </a:lnTo>
                <a:lnTo>
                  <a:pt x="367084" y="485937"/>
                </a:lnTo>
                <a:lnTo>
                  <a:pt x="367084" y="783514"/>
                </a:lnTo>
                <a:lnTo>
                  <a:pt x="548359" y="685266"/>
                </a:lnTo>
                <a:lnTo>
                  <a:pt x="547995" y="685186"/>
                </a:lnTo>
                <a:lnTo>
                  <a:pt x="551273" y="670369"/>
                </a:lnTo>
                <a:lnTo>
                  <a:pt x="679154" y="573538"/>
                </a:lnTo>
                <a:lnTo>
                  <a:pt x="686117" y="561434"/>
                </a:lnTo>
                <a:lnTo>
                  <a:pt x="715830" y="398416"/>
                </a:lnTo>
                <a:lnTo>
                  <a:pt x="720485" y="390361"/>
                </a:lnTo>
                <a:lnTo>
                  <a:pt x="722752" y="391656"/>
                </a:lnTo>
                <a:lnTo>
                  <a:pt x="722752" y="202852"/>
                </a:lnTo>
                <a:lnTo>
                  <a:pt x="450354" y="353523"/>
                </a:lnTo>
                <a:close/>
                <a:moveTo>
                  <a:pt x="5222" y="392628"/>
                </a:moveTo>
                <a:lnTo>
                  <a:pt x="8096" y="390968"/>
                </a:lnTo>
                <a:lnTo>
                  <a:pt x="12751" y="399024"/>
                </a:lnTo>
                <a:lnTo>
                  <a:pt x="42465" y="562042"/>
                </a:lnTo>
                <a:lnTo>
                  <a:pt x="49468" y="574145"/>
                </a:lnTo>
                <a:lnTo>
                  <a:pt x="179048" y="677535"/>
                </a:lnTo>
                <a:lnTo>
                  <a:pt x="180223" y="686562"/>
                </a:lnTo>
                <a:lnTo>
                  <a:pt x="357004" y="783433"/>
                </a:lnTo>
                <a:lnTo>
                  <a:pt x="357004" y="489459"/>
                </a:lnTo>
                <a:lnTo>
                  <a:pt x="343766" y="426025"/>
                </a:lnTo>
                <a:lnTo>
                  <a:pt x="332634" y="404934"/>
                </a:lnTo>
                <a:lnTo>
                  <a:pt x="258311" y="343079"/>
                </a:lnTo>
                <a:lnTo>
                  <a:pt x="268026" y="348139"/>
                </a:lnTo>
                <a:lnTo>
                  <a:pt x="5222" y="202811"/>
                </a:lnTo>
                <a:lnTo>
                  <a:pt x="5222" y="392587"/>
                </a:lnTo>
                <a:close/>
                <a:moveTo>
                  <a:pt x="198399" y="101487"/>
                </a:moveTo>
                <a:lnTo>
                  <a:pt x="189088" y="101487"/>
                </a:lnTo>
                <a:lnTo>
                  <a:pt x="189088" y="99381"/>
                </a:lnTo>
                <a:lnTo>
                  <a:pt x="6922" y="199168"/>
                </a:lnTo>
                <a:lnTo>
                  <a:pt x="270455" y="344900"/>
                </a:lnTo>
                <a:lnTo>
                  <a:pt x="347572" y="369594"/>
                </a:lnTo>
                <a:lnTo>
                  <a:pt x="377002" y="369594"/>
                </a:lnTo>
                <a:lnTo>
                  <a:pt x="451244" y="348463"/>
                </a:lnTo>
                <a:lnTo>
                  <a:pt x="721052" y="199208"/>
                </a:lnTo>
                <a:lnTo>
                  <a:pt x="534109" y="97924"/>
                </a:lnTo>
                <a:lnTo>
                  <a:pt x="534109" y="101527"/>
                </a:lnTo>
                <a:lnTo>
                  <a:pt x="524799" y="101527"/>
                </a:lnTo>
                <a:lnTo>
                  <a:pt x="368784" y="45744"/>
                </a:lnTo>
                <a:lnTo>
                  <a:pt x="354818" y="45744"/>
                </a:lnTo>
                <a:lnTo>
                  <a:pt x="198399" y="101527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0" name="Large icon-6">
            <a:extLst>
              <a:ext uri="{FF2B5EF4-FFF2-40B4-BE49-F238E27FC236}">
                <a16:creationId xmlns:a16="http://schemas.microsoft.com/office/drawing/2014/main" id="{7DF9429C-F441-5159-8559-87E6F5858768}"/>
              </a:ext>
            </a:extLst>
          </p:cNvPr>
          <p:cNvSpPr/>
          <p:nvPr userDrawn="1"/>
        </p:nvSpPr>
        <p:spPr>
          <a:xfrm>
            <a:off x="6416641" y="4859845"/>
            <a:ext cx="1421354" cy="1420813"/>
          </a:xfrm>
          <a:custGeom>
            <a:avLst/>
            <a:gdLst>
              <a:gd name="csX0" fmla="*/ 336116 w 672029"/>
              <a:gd name="csY0" fmla="*/ 162 h 671948"/>
              <a:gd name="csX1" fmla="*/ 369715 w 672029"/>
              <a:gd name="csY1" fmla="*/ 33761 h 671948"/>
              <a:gd name="csX2" fmla="*/ 338140 w 672029"/>
              <a:gd name="csY2" fmla="*/ 67280 h 671948"/>
              <a:gd name="csX3" fmla="*/ 338140 w 672029"/>
              <a:gd name="csY3" fmla="*/ 270941 h 671948"/>
              <a:gd name="csX4" fmla="*/ 338788 w 672029"/>
              <a:gd name="csY4" fmla="*/ 271589 h 671948"/>
              <a:gd name="csX5" fmla="*/ 345993 w 672029"/>
              <a:gd name="csY5" fmla="*/ 312151 h 671948"/>
              <a:gd name="csX6" fmla="*/ 379795 w 672029"/>
              <a:gd name="csY6" fmla="*/ 288550 h 671948"/>
              <a:gd name="csX7" fmla="*/ 380726 w 672029"/>
              <a:gd name="csY7" fmla="*/ 288550 h 671948"/>
              <a:gd name="csX8" fmla="*/ 524718 w 672029"/>
              <a:gd name="csY8" fmla="*/ 144559 h 671948"/>
              <a:gd name="csX9" fmla="*/ 516258 w 672029"/>
              <a:gd name="csY9" fmla="*/ 122294 h 671948"/>
              <a:gd name="csX10" fmla="*/ 549857 w 672029"/>
              <a:gd name="csY10" fmla="*/ 88694 h 671948"/>
              <a:gd name="csX11" fmla="*/ 583456 w 672029"/>
              <a:gd name="csY11" fmla="*/ 122294 h 671948"/>
              <a:gd name="csX12" fmla="*/ 549857 w 672029"/>
              <a:gd name="csY12" fmla="*/ 155893 h 671948"/>
              <a:gd name="csX13" fmla="*/ 527592 w 672029"/>
              <a:gd name="csY13" fmla="*/ 147433 h 671948"/>
              <a:gd name="csX14" fmla="*/ 383600 w 672029"/>
              <a:gd name="csY14" fmla="*/ 291424 h 671948"/>
              <a:gd name="csX15" fmla="*/ 383600 w 672029"/>
              <a:gd name="csY15" fmla="*/ 292355 h 671948"/>
              <a:gd name="csX16" fmla="*/ 360000 w 672029"/>
              <a:gd name="csY16" fmla="*/ 326157 h 671948"/>
              <a:gd name="csX17" fmla="*/ 400562 w 672029"/>
              <a:gd name="csY17" fmla="*/ 333363 h 671948"/>
              <a:gd name="csX18" fmla="*/ 401250 w 672029"/>
              <a:gd name="csY18" fmla="*/ 334011 h 671948"/>
              <a:gd name="csX19" fmla="*/ 604911 w 672029"/>
              <a:gd name="csY19" fmla="*/ 334011 h 671948"/>
              <a:gd name="csX20" fmla="*/ 638430 w 672029"/>
              <a:gd name="csY20" fmla="*/ 302435 h 671948"/>
              <a:gd name="csX21" fmla="*/ 672029 w 672029"/>
              <a:gd name="csY21" fmla="*/ 336035 h 671948"/>
              <a:gd name="csX22" fmla="*/ 638430 w 672029"/>
              <a:gd name="csY22" fmla="*/ 369634 h 671948"/>
              <a:gd name="csX23" fmla="*/ 604911 w 672029"/>
              <a:gd name="csY23" fmla="*/ 338059 h 671948"/>
              <a:gd name="csX24" fmla="*/ 401250 w 672029"/>
              <a:gd name="csY24" fmla="*/ 338059 h 671948"/>
              <a:gd name="csX25" fmla="*/ 400562 w 672029"/>
              <a:gd name="csY25" fmla="*/ 338706 h 671948"/>
              <a:gd name="csX26" fmla="*/ 360000 w 672029"/>
              <a:gd name="csY26" fmla="*/ 345912 h 671948"/>
              <a:gd name="csX27" fmla="*/ 383560 w 672029"/>
              <a:gd name="csY27" fmla="*/ 379714 h 671948"/>
              <a:gd name="csX28" fmla="*/ 383560 w 672029"/>
              <a:gd name="csY28" fmla="*/ 380686 h 671948"/>
              <a:gd name="csX29" fmla="*/ 527552 w 672029"/>
              <a:gd name="csY29" fmla="*/ 524677 h 671948"/>
              <a:gd name="csX30" fmla="*/ 549816 w 672029"/>
              <a:gd name="csY30" fmla="*/ 516217 h 671948"/>
              <a:gd name="csX31" fmla="*/ 583416 w 672029"/>
              <a:gd name="csY31" fmla="*/ 549816 h 671948"/>
              <a:gd name="csX32" fmla="*/ 549816 w 672029"/>
              <a:gd name="csY32" fmla="*/ 583416 h 671948"/>
              <a:gd name="csX33" fmla="*/ 516217 w 672029"/>
              <a:gd name="csY33" fmla="*/ 549816 h 671948"/>
              <a:gd name="csX34" fmla="*/ 524677 w 672029"/>
              <a:gd name="csY34" fmla="*/ 527552 h 671948"/>
              <a:gd name="csX35" fmla="*/ 380645 w 672029"/>
              <a:gd name="csY35" fmla="*/ 383519 h 671948"/>
              <a:gd name="csX36" fmla="*/ 379714 w 672029"/>
              <a:gd name="csY36" fmla="*/ 383519 h 671948"/>
              <a:gd name="csX37" fmla="*/ 345912 w 672029"/>
              <a:gd name="csY37" fmla="*/ 359919 h 671948"/>
              <a:gd name="csX38" fmla="*/ 338666 w 672029"/>
              <a:gd name="csY38" fmla="*/ 400521 h 671948"/>
              <a:gd name="csX39" fmla="*/ 338018 w 672029"/>
              <a:gd name="csY39" fmla="*/ 401169 h 671948"/>
              <a:gd name="csX40" fmla="*/ 338018 w 672029"/>
              <a:gd name="csY40" fmla="*/ 604830 h 671948"/>
              <a:gd name="csX41" fmla="*/ 369594 w 672029"/>
              <a:gd name="csY41" fmla="*/ 638349 h 671948"/>
              <a:gd name="csX42" fmla="*/ 335994 w 672029"/>
              <a:gd name="csY42" fmla="*/ 671948 h 671948"/>
              <a:gd name="csX43" fmla="*/ 302395 w 672029"/>
              <a:gd name="csY43" fmla="*/ 638349 h 671948"/>
              <a:gd name="csX44" fmla="*/ 333970 w 672029"/>
              <a:gd name="csY44" fmla="*/ 604830 h 671948"/>
              <a:gd name="csX45" fmla="*/ 333970 w 672029"/>
              <a:gd name="csY45" fmla="*/ 401169 h 671948"/>
              <a:gd name="csX46" fmla="*/ 333282 w 672029"/>
              <a:gd name="csY46" fmla="*/ 400521 h 671948"/>
              <a:gd name="csX47" fmla="*/ 326036 w 672029"/>
              <a:gd name="csY47" fmla="*/ 359959 h 671948"/>
              <a:gd name="csX48" fmla="*/ 292234 w 672029"/>
              <a:gd name="csY48" fmla="*/ 383519 h 671948"/>
              <a:gd name="csX49" fmla="*/ 291303 w 672029"/>
              <a:gd name="csY49" fmla="*/ 383519 h 671948"/>
              <a:gd name="csX50" fmla="*/ 147271 w 672029"/>
              <a:gd name="csY50" fmla="*/ 527552 h 671948"/>
              <a:gd name="csX51" fmla="*/ 155732 w 672029"/>
              <a:gd name="csY51" fmla="*/ 549816 h 671948"/>
              <a:gd name="csX52" fmla="*/ 122132 w 672029"/>
              <a:gd name="csY52" fmla="*/ 583416 h 671948"/>
              <a:gd name="csX53" fmla="*/ 88532 w 672029"/>
              <a:gd name="csY53" fmla="*/ 549816 h 671948"/>
              <a:gd name="csX54" fmla="*/ 122132 w 672029"/>
              <a:gd name="csY54" fmla="*/ 516217 h 671948"/>
              <a:gd name="csX55" fmla="*/ 144397 w 672029"/>
              <a:gd name="csY55" fmla="*/ 524677 h 671948"/>
              <a:gd name="csX56" fmla="*/ 288429 w 672029"/>
              <a:gd name="csY56" fmla="*/ 380645 h 671948"/>
              <a:gd name="csX57" fmla="*/ 288429 w 672029"/>
              <a:gd name="csY57" fmla="*/ 379714 h 671948"/>
              <a:gd name="csX58" fmla="*/ 311989 w 672029"/>
              <a:gd name="csY58" fmla="*/ 345912 h 671948"/>
              <a:gd name="csX59" fmla="*/ 271427 w 672029"/>
              <a:gd name="csY59" fmla="*/ 338706 h 671948"/>
              <a:gd name="csX60" fmla="*/ 270779 w 672029"/>
              <a:gd name="csY60" fmla="*/ 338059 h 671948"/>
              <a:gd name="csX61" fmla="*/ 67118 w 672029"/>
              <a:gd name="csY61" fmla="*/ 338059 h 671948"/>
              <a:gd name="csX62" fmla="*/ 33599 w 672029"/>
              <a:gd name="csY62" fmla="*/ 369634 h 671948"/>
              <a:gd name="csX63" fmla="*/ 0 w 672029"/>
              <a:gd name="csY63" fmla="*/ 336035 h 671948"/>
              <a:gd name="csX64" fmla="*/ 33599 w 672029"/>
              <a:gd name="csY64" fmla="*/ 302435 h 671948"/>
              <a:gd name="csX65" fmla="*/ 67118 w 672029"/>
              <a:gd name="csY65" fmla="*/ 334011 h 671948"/>
              <a:gd name="csX66" fmla="*/ 270779 w 672029"/>
              <a:gd name="csY66" fmla="*/ 334011 h 671948"/>
              <a:gd name="csX67" fmla="*/ 271427 w 672029"/>
              <a:gd name="csY67" fmla="*/ 333363 h 671948"/>
              <a:gd name="csX68" fmla="*/ 311989 w 672029"/>
              <a:gd name="csY68" fmla="*/ 326117 h 671948"/>
              <a:gd name="csX69" fmla="*/ 288388 w 672029"/>
              <a:gd name="csY69" fmla="*/ 292315 h 671948"/>
              <a:gd name="csX70" fmla="*/ 288388 w 672029"/>
              <a:gd name="csY70" fmla="*/ 291384 h 671948"/>
              <a:gd name="csX71" fmla="*/ 144356 w 672029"/>
              <a:gd name="csY71" fmla="*/ 147352 h 671948"/>
              <a:gd name="csX72" fmla="*/ 122092 w 672029"/>
              <a:gd name="csY72" fmla="*/ 155812 h 671948"/>
              <a:gd name="csX73" fmla="*/ 88492 w 672029"/>
              <a:gd name="csY73" fmla="*/ 122213 h 671948"/>
              <a:gd name="csX74" fmla="*/ 122092 w 672029"/>
              <a:gd name="csY74" fmla="*/ 88613 h 671948"/>
              <a:gd name="csX75" fmla="*/ 155691 w 672029"/>
              <a:gd name="csY75" fmla="*/ 122213 h 671948"/>
              <a:gd name="csX76" fmla="*/ 147230 w 672029"/>
              <a:gd name="csY76" fmla="*/ 144478 h 671948"/>
              <a:gd name="csX77" fmla="*/ 291222 w 672029"/>
              <a:gd name="csY77" fmla="*/ 288469 h 671948"/>
              <a:gd name="csX78" fmla="*/ 292194 w 672029"/>
              <a:gd name="csY78" fmla="*/ 288469 h 671948"/>
              <a:gd name="csX79" fmla="*/ 325996 w 672029"/>
              <a:gd name="csY79" fmla="*/ 312029 h 671948"/>
              <a:gd name="csX80" fmla="*/ 333201 w 672029"/>
              <a:gd name="csY80" fmla="*/ 271467 h 671948"/>
              <a:gd name="csX81" fmla="*/ 333889 w 672029"/>
              <a:gd name="csY81" fmla="*/ 270779 h 671948"/>
              <a:gd name="csX82" fmla="*/ 333889 w 672029"/>
              <a:gd name="csY82" fmla="*/ 67118 h 671948"/>
              <a:gd name="csX83" fmla="*/ 302314 w 672029"/>
              <a:gd name="csY83" fmla="*/ 33599 h 671948"/>
              <a:gd name="csX84" fmla="*/ 335913 w 672029"/>
              <a:gd name="csY84" fmla="*/ 0 h 67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</a:cxnLst>
            <a:rect l="l" t="t" r="r" b="b"/>
            <a:pathLst>
              <a:path w="672029" h="671948">
                <a:moveTo>
                  <a:pt x="336116" y="162"/>
                </a:moveTo>
                <a:cubicBezTo>
                  <a:pt x="354656" y="162"/>
                  <a:pt x="369715" y="15180"/>
                  <a:pt x="369715" y="33761"/>
                </a:cubicBezTo>
                <a:cubicBezTo>
                  <a:pt x="369715" y="52342"/>
                  <a:pt x="355749" y="66227"/>
                  <a:pt x="338140" y="67280"/>
                </a:cubicBezTo>
                <a:lnTo>
                  <a:pt x="338140" y="270941"/>
                </a:lnTo>
                <a:lnTo>
                  <a:pt x="338788" y="271589"/>
                </a:lnTo>
                <a:lnTo>
                  <a:pt x="345993" y="312151"/>
                </a:lnTo>
                <a:lnTo>
                  <a:pt x="379795" y="288550"/>
                </a:lnTo>
                <a:lnTo>
                  <a:pt x="380726" y="288550"/>
                </a:lnTo>
                <a:lnTo>
                  <a:pt x="524718" y="144559"/>
                </a:lnTo>
                <a:cubicBezTo>
                  <a:pt x="519455" y="138648"/>
                  <a:pt x="516258" y="130835"/>
                  <a:pt x="516258" y="122294"/>
                </a:cubicBezTo>
                <a:cubicBezTo>
                  <a:pt x="516258" y="103753"/>
                  <a:pt x="531316" y="88694"/>
                  <a:pt x="549857" y="88694"/>
                </a:cubicBezTo>
                <a:cubicBezTo>
                  <a:pt x="568397" y="88694"/>
                  <a:pt x="583456" y="103713"/>
                  <a:pt x="583456" y="122294"/>
                </a:cubicBezTo>
                <a:cubicBezTo>
                  <a:pt x="583456" y="140875"/>
                  <a:pt x="568438" y="155893"/>
                  <a:pt x="549857" y="155893"/>
                </a:cubicBezTo>
                <a:cubicBezTo>
                  <a:pt x="541315" y="155893"/>
                  <a:pt x="533503" y="152695"/>
                  <a:pt x="527592" y="147433"/>
                </a:cubicBezTo>
                <a:lnTo>
                  <a:pt x="383600" y="291424"/>
                </a:lnTo>
                <a:lnTo>
                  <a:pt x="383600" y="292355"/>
                </a:lnTo>
                <a:lnTo>
                  <a:pt x="360000" y="326157"/>
                </a:lnTo>
                <a:lnTo>
                  <a:pt x="400562" y="333363"/>
                </a:lnTo>
                <a:lnTo>
                  <a:pt x="401250" y="334011"/>
                </a:lnTo>
                <a:lnTo>
                  <a:pt x="604911" y="334011"/>
                </a:lnTo>
                <a:cubicBezTo>
                  <a:pt x="605964" y="316401"/>
                  <a:pt x="620578" y="302435"/>
                  <a:pt x="638430" y="302435"/>
                </a:cubicBezTo>
                <a:cubicBezTo>
                  <a:pt x="656282" y="302435"/>
                  <a:pt x="672029" y="317494"/>
                  <a:pt x="672029" y="336035"/>
                </a:cubicBezTo>
                <a:cubicBezTo>
                  <a:pt x="672029" y="354575"/>
                  <a:pt x="657011" y="369634"/>
                  <a:pt x="638430" y="369634"/>
                </a:cubicBezTo>
                <a:cubicBezTo>
                  <a:pt x="619849" y="369634"/>
                  <a:pt x="605964" y="355668"/>
                  <a:pt x="604911" y="338059"/>
                </a:cubicBezTo>
                <a:lnTo>
                  <a:pt x="401250" y="338059"/>
                </a:lnTo>
                <a:lnTo>
                  <a:pt x="400562" y="338706"/>
                </a:lnTo>
                <a:lnTo>
                  <a:pt x="360000" y="345912"/>
                </a:lnTo>
                <a:lnTo>
                  <a:pt x="383560" y="379714"/>
                </a:lnTo>
                <a:lnTo>
                  <a:pt x="383560" y="380686"/>
                </a:lnTo>
                <a:lnTo>
                  <a:pt x="527552" y="524677"/>
                </a:lnTo>
                <a:cubicBezTo>
                  <a:pt x="533462" y="519415"/>
                  <a:pt x="541275" y="516217"/>
                  <a:pt x="549816" y="516217"/>
                </a:cubicBezTo>
                <a:cubicBezTo>
                  <a:pt x="568357" y="516217"/>
                  <a:pt x="583416" y="531235"/>
                  <a:pt x="583416" y="549816"/>
                </a:cubicBezTo>
                <a:cubicBezTo>
                  <a:pt x="583416" y="568397"/>
                  <a:pt x="568397" y="583416"/>
                  <a:pt x="549816" y="583416"/>
                </a:cubicBezTo>
                <a:cubicBezTo>
                  <a:pt x="531235" y="583416"/>
                  <a:pt x="516217" y="568397"/>
                  <a:pt x="516217" y="549816"/>
                </a:cubicBezTo>
                <a:cubicBezTo>
                  <a:pt x="516217" y="541275"/>
                  <a:pt x="519415" y="533462"/>
                  <a:pt x="524677" y="527552"/>
                </a:cubicBezTo>
                <a:lnTo>
                  <a:pt x="380645" y="383519"/>
                </a:lnTo>
                <a:lnTo>
                  <a:pt x="379714" y="383519"/>
                </a:lnTo>
                <a:lnTo>
                  <a:pt x="345912" y="359919"/>
                </a:lnTo>
                <a:lnTo>
                  <a:pt x="338666" y="400521"/>
                </a:lnTo>
                <a:lnTo>
                  <a:pt x="338018" y="401169"/>
                </a:lnTo>
                <a:lnTo>
                  <a:pt x="338018" y="604830"/>
                </a:lnTo>
                <a:cubicBezTo>
                  <a:pt x="355628" y="605883"/>
                  <a:pt x="369594" y="620497"/>
                  <a:pt x="369594" y="638349"/>
                </a:cubicBezTo>
                <a:cubicBezTo>
                  <a:pt x="369594" y="656201"/>
                  <a:pt x="354535" y="671948"/>
                  <a:pt x="335994" y="671948"/>
                </a:cubicBezTo>
                <a:cubicBezTo>
                  <a:pt x="317454" y="671948"/>
                  <a:pt x="302395" y="656930"/>
                  <a:pt x="302395" y="638349"/>
                </a:cubicBezTo>
                <a:cubicBezTo>
                  <a:pt x="302395" y="619768"/>
                  <a:pt x="316361" y="605883"/>
                  <a:pt x="333970" y="604830"/>
                </a:cubicBezTo>
                <a:lnTo>
                  <a:pt x="333970" y="401169"/>
                </a:lnTo>
                <a:lnTo>
                  <a:pt x="333282" y="400521"/>
                </a:lnTo>
                <a:lnTo>
                  <a:pt x="326036" y="359959"/>
                </a:lnTo>
                <a:lnTo>
                  <a:pt x="292234" y="383519"/>
                </a:lnTo>
                <a:lnTo>
                  <a:pt x="291303" y="383519"/>
                </a:lnTo>
                <a:lnTo>
                  <a:pt x="147271" y="527552"/>
                </a:lnTo>
                <a:cubicBezTo>
                  <a:pt x="152533" y="533462"/>
                  <a:pt x="155732" y="541275"/>
                  <a:pt x="155732" y="549816"/>
                </a:cubicBezTo>
                <a:cubicBezTo>
                  <a:pt x="155732" y="568357"/>
                  <a:pt x="140713" y="583416"/>
                  <a:pt x="122132" y="583416"/>
                </a:cubicBezTo>
                <a:cubicBezTo>
                  <a:pt x="103551" y="583416"/>
                  <a:pt x="88532" y="568397"/>
                  <a:pt x="88532" y="549816"/>
                </a:cubicBezTo>
                <a:cubicBezTo>
                  <a:pt x="88532" y="531235"/>
                  <a:pt x="103551" y="516217"/>
                  <a:pt x="122132" y="516217"/>
                </a:cubicBezTo>
                <a:cubicBezTo>
                  <a:pt x="130674" y="516217"/>
                  <a:pt x="138486" y="519415"/>
                  <a:pt x="144397" y="524677"/>
                </a:cubicBezTo>
                <a:lnTo>
                  <a:pt x="288429" y="380645"/>
                </a:lnTo>
                <a:lnTo>
                  <a:pt x="288429" y="379714"/>
                </a:lnTo>
                <a:lnTo>
                  <a:pt x="311989" y="345912"/>
                </a:lnTo>
                <a:lnTo>
                  <a:pt x="271427" y="338706"/>
                </a:lnTo>
                <a:lnTo>
                  <a:pt x="270779" y="338059"/>
                </a:lnTo>
                <a:lnTo>
                  <a:pt x="67118" y="338059"/>
                </a:lnTo>
                <a:cubicBezTo>
                  <a:pt x="66065" y="355668"/>
                  <a:pt x="51452" y="369634"/>
                  <a:pt x="33599" y="369634"/>
                </a:cubicBezTo>
                <a:cubicBezTo>
                  <a:pt x="15747" y="369634"/>
                  <a:pt x="0" y="354616"/>
                  <a:pt x="0" y="336035"/>
                </a:cubicBezTo>
                <a:cubicBezTo>
                  <a:pt x="0" y="317454"/>
                  <a:pt x="15019" y="302435"/>
                  <a:pt x="33599" y="302435"/>
                </a:cubicBezTo>
                <a:cubicBezTo>
                  <a:pt x="51492" y="302435"/>
                  <a:pt x="66065" y="316401"/>
                  <a:pt x="67118" y="334011"/>
                </a:cubicBezTo>
                <a:lnTo>
                  <a:pt x="270779" y="334011"/>
                </a:lnTo>
                <a:lnTo>
                  <a:pt x="271427" y="333363"/>
                </a:lnTo>
                <a:lnTo>
                  <a:pt x="311989" y="326117"/>
                </a:lnTo>
                <a:lnTo>
                  <a:pt x="288388" y="292315"/>
                </a:lnTo>
                <a:lnTo>
                  <a:pt x="288388" y="291384"/>
                </a:lnTo>
                <a:lnTo>
                  <a:pt x="144356" y="147352"/>
                </a:lnTo>
                <a:cubicBezTo>
                  <a:pt x="138446" y="152614"/>
                  <a:pt x="130633" y="155812"/>
                  <a:pt x="122092" y="155812"/>
                </a:cubicBezTo>
                <a:cubicBezTo>
                  <a:pt x="103551" y="155812"/>
                  <a:pt x="88492" y="140753"/>
                  <a:pt x="88492" y="122213"/>
                </a:cubicBezTo>
                <a:cubicBezTo>
                  <a:pt x="88492" y="103672"/>
                  <a:pt x="103511" y="88613"/>
                  <a:pt x="122092" y="88613"/>
                </a:cubicBezTo>
                <a:cubicBezTo>
                  <a:pt x="140672" y="88613"/>
                  <a:pt x="155691" y="103632"/>
                  <a:pt x="155691" y="122213"/>
                </a:cubicBezTo>
                <a:cubicBezTo>
                  <a:pt x="155691" y="130754"/>
                  <a:pt x="152493" y="138567"/>
                  <a:pt x="147230" y="144478"/>
                </a:cubicBezTo>
                <a:lnTo>
                  <a:pt x="291222" y="288469"/>
                </a:lnTo>
                <a:lnTo>
                  <a:pt x="292194" y="288469"/>
                </a:lnTo>
                <a:lnTo>
                  <a:pt x="325996" y="312029"/>
                </a:lnTo>
                <a:lnTo>
                  <a:pt x="333201" y="271467"/>
                </a:lnTo>
                <a:lnTo>
                  <a:pt x="333889" y="270779"/>
                </a:lnTo>
                <a:lnTo>
                  <a:pt x="333889" y="67118"/>
                </a:lnTo>
                <a:cubicBezTo>
                  <a:pt x="316280" y="66065"/>
                  <a:pt x="302314" y="51452"/>
                  <a:pt x="302314" y="33599"/>
                </a:cubicBezTo>
                <a:cubicBezTo>
                  <a:pt x="302314" y="15747"/>
                  <a:pt x="317373" y="0"/>
                  <a:pt x="335913" y="0"/>
                </a:cubicBez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29" name="Large icon-5">
            <a:extLst>
              <a:ext uri="{FF2B5EF4-FFF2-40B4-BE49-F238E27FC236}">
                <a16:creationId xmlns:a16="http://schemas.microsoft.com/office/drawing/2014/main" id="{AA8EF32C-69A3-2A2A-DFAF-A16598C53007}"/>
              </a:ext>
            </a:extLst>
          </p:cNvPr>
          <p:cNvSpPr/>
          <p:nvPr userDrawn="1"/>
        </p:nvSpPr>
        <p:spPr>
          <a:xfrm>
            <a:off x="6486291" y="3121295"/>
            <a:ext cx="1282054" cy="1284629"/>
          </a:xfrm>
          <a:custGeom>
            <a:avLst/>
            <a:gdLst>
              <a:gd name="csX0" fmla="*/ 187874 w 606166"/>
              <a:gd name="csY0" fmla="*/ 184999 h 607542"/>
              <a:gd name="csX1" fmla="*/ 194512 w 606166"/>
              <a:gd name="csY1" fmla="*/ 184999 h 607542"/>
              <a:gd name="csX2" fmla="*/ 337411 w 606166"/>
              <a:gd name="csY2" fmla="*/ 296647 h 607542"/>
              <a:gd name="csX3" fmla="*/ 337411 w 606166"/>
              <a:gd name="csY3" fmla="*/ 310896 h 607542"/>
              <a:gd name="csX4" fmla="*/ 194512 w 606166"/>
              <a:gd name="csY4" fmla="*/ 422543 h 607542"/>
              <a:gd name="csX5" fmla="*/ 187874 w 606166"/>
              <a:gd name="csY5" fmla="*/ 422543 h 607542"/>
              <a:gd name="csX6" fmla="*/ 2874 w 606166"/>
              <a:gd name="csY6" fmla="*/ 607542 h 607542"/>
              <a:gd name="csX7" fmla="*/ 0 w 606166"/>
              <a:gd name="csY7" fmla="*/ 604668 h 607542"/>
              <a:gd name="csX8" fmla="*/ 184999 w 606166"/>
              <a:gd name="csY8" fmla="*/ 419669 h 607542"/>
              <a:gd name="csX9" fmla="*/ 184999 w 606166"/>
              <a:gd name="csY9" fmla="*/ 413030 h 607542"/>
              <a:gd name="csX10" fmla="*/ 256287 w 606166"/>
              <a:gd name="csY10" fmla="*/ 310896 h 607542"/>
              <a:gd name="csX11" fmla="*/ 256287 w 606166"/>
              <a:gd name="csY11" fmla="*/ 296647 h 607542"/>
              <a:gd name="csX12" fmla="*/ 184999 w 606166"/>
              <a:gd name="csY12" fmla="*/ 194512 h 607542"/>
              <a:gd name="csX13" fmla="*/ 184999 w 606166"/>
              <a:gd name="csY13" fmla="*/ 187873 h 607542"/>
              <a:gd name="csX14" fmla="*/ 0 w 606166"/>
              <a:gd name="csY14" fmla="*/ 2874 h 607542"/>
              <a:gd name="csX15" fmla="*/ 2874 w 606166"/>
              <a:gd name="csY15" fmla="*/ 0 h 607542"/>
              <a:gd name="csX16" fmla="*/ 187874 w 606166"/>
              <a:gd name="csY16" fmla="*/ 184999 h 607542"/>
              <a:gd name="csX17" fmla="*/ 456628 w 606166"/>
              <a:gd name="csY17" fmla="*/ 184999 h 607542"/>
              <a:gd name="csX18" fmla="*/ 463267 w 606166"/>
              <a:gd name="csY18" fmla="*/ 184999 h 607542"/>
              <a:gd name="csX19" fmla="*/ 606166 w 606166"/>
              <a:gd name="csY19" fmla="*/ 296647 h 607542"/>
              <a:gd name="csX20" fmla="*/ 606166 w 606166"/>
              <a:gd name="csY20" fmla="*/ 310896 h 607542"/>
              <a:gd name="csX21" fmla="*/ 463267 w 606166"/>
              <a:gd name="csY21" fmla="*/ 422543 h 607542"/>
              <a:gd name="csX22" fmla="*/ 456628 w 606166"/>
              <a:gd name="csY22" fmla="*/ 422543 h 607542"/>
              <a:gd name="csX23" fmla="*/ 271629 w 606166"/>
              <a:gd name="csY23" fmla="*/ 607542 h 607542"/>
              <a:gd name="csX24" fmla="*/ 268755 w 606166"/>
              <a:gd name="csY24" fmla="*/ 604668 h 607542"/>
              <a:gd name="csX25" fmla="*/ 453754 w 606166"/>
              <a:gd name="csY25" fmla="*/ 419669 h 607542"/>
              <a:gd name="csX26" fmla="*/ 453754 w 606166"/>
              <a:gd name="csY26" fmla="*/ 413030 h 607542"/>
              <a:gd name="csX27" fmla="*/ 525042 w 606166"/>
              <a:gd name="csY27" fmla="*/ 310896 h 607542"/>
              <a:gd name="csX28" fmla="*/ 525042 w 606166"/>
              <a:gd name="csY28" fmla="*/ 296647 h 607542"/>
              <a:gd name="csX29" fmla="*/ 453754 w 606166"/>
              <a:gd name="csY29" fmla="*/ 194512 h 607542"/>
              <a:gd name="csX30" fmla="*/ 453754 w 606166"/>
              <a:gd name="csY30" fmla="*/ 187873 h 607542"/>
              <a:gd name="csX31" fmla="*/ 268755 w 606166"/>
              <a:gd name="csY31" fmla="*/ 2874 h 607542"/>
              <a:gd name="csX32" fmla="*/ 271629 w 606166"/>
              <a:gd name="csY32" fmla="*/ 0 h 607542"/>
              <a:gd name="csX33" fmla="*/ 456628 w 606166"/>
              <a:gd name="csY33" fmla="*/ 184999 h 607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06166" h="607542">
                <a:moveTo>
                  <a:pt x="187874" y="184999"/>
                </a:moveTo>
                <a:lnTo>
                  <a:pt x="194512" y="184999"/>
                </a:lnTo>
                <a:lnTo>
                  <a:pt x="337411" y="296647"/>
                </a:lnTo>
                <a:lnTo>
                  <a:pt x="337411" y="310896"/>
                </a:lnTo>
                <a:lnTo>
                  <a:pt x="194512" y="422543"/>
                </a:lnTo>
                <a:lnTo>
                  <a:pt x="187874" y="422543"/>
                </a:lnTo>
                <a:lnTo>
                  <a:pt x="2874" y="607542"/>
                </a:lnTo>
                <a:lnTo>
                  <a:pt x="0" y="604668"/>
                </a:lnTo>
                <a:lnTo>
                  <a:pt x="184999" y="419669"/>
                </a:lnTo>
                <a:lnTo>
                  <a:pt x="184999" y="413030"/>
                </a:lnTo>
                <a:lnTo>
                  <a:pt x="256287" y="310896"/>
                </a:lnTo>
                <a:lnTo>
                  <a:pt x="256287" y="296647"/>
                </a:lnTo>
                <a:lnTo>
                  <a:pt x="184999" y="194512"/>
                </a:lnTo>
                <a:lnTo>
                  <a:pt x="184999" y="187873"/>
                </a:lnTo>
                <a:lnTo>
                  <a:pt x="0" y="2874"/>
                </a:lnTo>
                <a:lnTo>
                  <a:pt x="2874" y="0"/>
                </a:lnTo>
                <a:lnTo>
                  <a:pt x="187874" y="184999"/>
                </a:lnTo>
                <a:close/>
                <a:moveTo>
                  <a:pt x="456628" y="184999"/>
                </a:moveTo>
                <a:lnTo>
                  <a:pt x="463267" y="184999"/>
                </a:lnTo>
                <a:lnTo>
                  <a:pt x="606166" y="296647"/>
                </a:lnTo>
                <a:lnTo>
                  <a:pt x="606166" y="310896"/>
                </a:lnTo>
                <a:lnTo>
                  <a:pt x="463267" y="422543"/>
                </a:lnTo>
                <a:lnTo>
                  <a:pt x="456628" y="422543"/>
                </a:lnTo>
                <a:lnTo>
                  <a:pt x="271629" y="607542"/>
                </a:lnTo>
                <a:lnTo>
                  <a:pt x="268755" y="604668"/>
                </a:lnTo>
                <a:lnTo>
                  <a:pt x="453754" y="419669"/>
                </a:lnTo>
                <a:lnTo>
                  <a:pt x="453754" y="413030"/>
                </a:lnTo>
                <a:lnTo>
                  <a:pt x="525042" y="310896"/>
                </a:lnTo>
                <a:lnTo>
                  <a:pt x="525042" y="296647"/>
                </a:lnTo>
                <a:lnTo>
                  <a:pt x="453754" y="194512"/>
                </a:lnTo>
                <a:lnTo>
                  <a:pt x="453754" y="187873"/>
                </a:lnTo>
                <a:lnTo>
                  <a:pt x="268755" y="2874"/>
                </a:lnTo>
                <a:lnTo>
                  <a:pt x="271629" y="0"/>
                </a:lnTo>
                <a:lnTo>
                  <a:pt x="456628" y="184999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" name="Large icon-4">
            <a:extLst>
              <a:ext uri="{FF2B5EF4-FFF2-40B4-BE49-F238E27FC236}">
                <a16:creationId xmlns:a16="http://schemas.microsoft.com/office/drawing/2014/main" id="{18E6A9D6-54CA-274F-5336-4360B0E7CDF9}"/>
              </a:ext>
            </a:extLst>
          </p:cNvPr>
          <p:cNvSpPr/>
          <p:nvPr userDrawn="1"/>
        </p:nvSpPr>
        <p:spPr>
          <a:xfrm>
            <a:off x="6426488" y="1319441"/>
            <a:ext cx="1401662" cy="1405577"/>
          </a:xfrm>
          <a:custGeom>
            <a:avLst/>
            <a:gdLst>
              <a:gd name="csX0" fmla="*/ 660694 w 662718"/>
              <a:gd name="csY0" fmla="*/ 2874 h 664742"/>
              <a:gd name="csX1" fmla="*/ 449504 w 662718"/>
              <a:gd name="csY1" fmla="*/ 214713 h 664742"/>
              <a:gd name="csX2" fmla="*/ 449504 w 662718"/>
              <a:gd name="csY2" fmla="*/ 223497 h 664742"/>
              <a:gd name="csX3" fmla="*/ 378257 w 662718"/>
              <a:gd name="csY3" fmla="*/ 325631 h 664742"/>
              <a:gd name="csX4" fmla="*/ 378257 w 662718"/>
              <a:gd name="csY4" fmla="*/ 339881 h 664742"/>
              <a:gd name="csX5" fmla="*/ 449504 w 662718"/>
              <a:gd name="csY5" fmla="*/ 442015 h 664742"/>
              <a:gd name="csX6" fmla="*/ 449504 w 662718"/>
              <a:gd name="csY6" fmla="*/ 448654 h 664742"/>
              <a:gd name="csX7" fmla="*/ 662718 w 662718"/>
              <a:gd name="csY7" fmla="*/ 661868 h 664742"/>
              <a:gd name="csX8" fmla="*/ 659844 w 662718"/>
              <a:gd name="csY8" fmla="*/ 664743 h 664742"/>
              <a:gd name="csX9" fmla="*/ 446629 w 662718"/>
              <a:gd name="csY9" fmla="*/ 451528 h 664742"/>
              <a:gd name="csX10" fmla="*/ 439991 w 662718"/>
              <a:gd name="csY10" fmla="*/ 451528 h 664742"/>
              <a:gd name="csX11" fmla="*/ 337856 w 662718"/>
              <a:gd name="csY11" fmla="*/ 380240 h 664742"/>
              <a:gd name="csX12" fmla="*/ 323607 w 662718"/>
              <a:gd name="csY12" fmla="*/ 380240 h 664742"/>
              <a:gd name="csX13" fmla="*/ 221473 w 662718"/>
              <a:gd name="csY13" fmla="*/ 451528 h 664742"/>
              <a:gd name="csX14" fmla="*/ 213417 w 662718"/>
              <a:gd name="csY14" fmla="*/ 451528 h 664742"/>
              <a:gd name="csX15" fmla="*/ 2874 w 662718"/>
              <a:gd name="csY15" fmla="*/ 662718 h 664742"/>
              <a:gd name="csX16" fmla="*/ 0 w 662718"/>
              <a:gd name="csY16" fmla="*/ 659844 h 664742"/>
              <a:gd name="csX17" fmla="*/ 211919 w 662718"/>
              <a:gd name="csY17" fmla="*/ 447237 h 664742"/>
              <a:gd name="csX18" fmla="*/ 211919 w 662718"/>
              <a:gd name="csY18" fmla="*/ 441974 h 664742"/>
              <a:gd name="csX19" fmla="*/ 283207 w 662718"/>
              <a:gd name="csY19" fmla="*/ 339840 h 664742"/>
              <a:gd name="csX20" fmla="*/ 283207 w 662718"/>
              <a:gd name="csY20" fmla="*/ 325591 h 664742"/>
              <a:gd name="csX21" fmla="*/ 211919 w 662718"/>
              <a:gd name="csY21" fmla="*/ 223456 h 664742"/>
              <a:gd name="csX22" fmla="*/ 211919 w 662718"/>
              <a:gd name="csY22" fmla="*/ 216818 h 664742"/>
              <a:gd name="csX23" fmla="*/ 0 w 662718"/>
              <a:gd name="csY23" fmla="*/ 4898 h 664742"/>
              <a:gd name="csX24" fmla="*/ 2874 w 662718"/>
              <a:gd name="csY24" fmla="*/ 2024 h 664742"/>
              <a:gd name="csX25" fmla="*/ 214794 w 662718"/>
              <a:gd name="csY25" fmla="*/ 213943 h 664742"/>
              <a:gd name="csX26" fmla="*/ 221432 w 662718"/>
              <a:gd name="csY26" fmla="*/ 213943 h 664742"/>
              <a:gd name="csX27" fmla="*/ 323567 w 662718"/>
              <a:gd name="csY27" fmla="*/ 285231 h 664742"/>
              <a:gd name="csX28" fmla="*/ 337816 w 662718"/>
              <a:gd name="csY28" fmla="*/ 285231 h 664742"/>
              <a:gd name="csX29" fmla="*/ 439950 w 662718"/>
              <a:gd name="csY29" fmla="*/ 213943 h 664742"/>
              <a:gd name="csX30" fmla="*/ 444484 w 662718"/>
              <a:gd name="csY30" fmla="*/ 213943 h 664742"/>
              <a:gd name="csX31" fmla="*/ 657780 w 662718"/>
              <a:gd name="csY31" fmla="*/ 0 h 664742"/>
              <a:gd name="csX32" fmla="*/ 660654 w 662718"/>
              <a:gd name="csY32" fmla="*/ 2874 h 664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662718" h="664742">
                <a:moveTo>
                  <a:pt x="660694" y="2874"/>
                </a:moveTo>
                <a:lnTo>
                  <a:pt x="449504" y="214713"/>
                </a:lnTo>
                <a:lnTo>
                  <a:pt x="449504" y="223497"/>
                </a:lnTo>
                <a:lnTo>
                  <a:pt x="378257" y="325631"/>
                </a:lnTo>
                <a:lnTo>
                  <a:pt x="378257" y="339881"/>
                </a:lnTo>
                <a:lnTo>
                  <a:pt x="449504" y="442015"/>
                </a:lnTo>
                <a:lnTo>
                  <a:pt x="449504" y="448654"/>
                </a:lnTo>
                <a:lnTo>
                  <a:pt x="662718" y="661868"/>
                </a:lnTo>
                <a:lnTo>
                  <a:pt x="659844" y="664743"/>
                </a:lnTo>
                <a:lnTo>
                  <a:pt x="446629" y="451528"/>
                </a:lnTo>
                <a:lnTo>
                  <a:pt x="439991" y="451528"/>
                </a:lnTo>
                <a:lnTo>
                  <a:pt x="337856" y="380240"/>
                </a:lnTo>
                <a:lnTo>
                  <a:pt x="323607" y="380240"/>
                </a:lnTo>
                <a:lnTo>
                  <a:pt x="221473" y="451528"/>
                </a:lnTo>
                <a:lnTo>
                  <a:pt x="213417" y="451528"/>
                </a:lnTo>
                <a:lnTo>
                  <a:pt x="2874" y="662718"/>
                </a:lnTo>
                <a:lnTo>
                  <a:pt x="0" y="659844"/>
                </a:lnTo>
                <a:lnTo>
                  <a:pt x="211919" y="447237"/>
                </a:lnTo>
                <a:lnTo>
                  <a:pt x="211919" y="441974"/>
                </a:lnTo>
                <a:lnTo>
                  <a:pt x="283207" y="339840"/>
                </a:lnTo>
                <a:lnTo>
                  <a:pt x="283207" y="325591"/>
                </a:lnTo>
                <a:lnTo>
                  <a:pt x="211919" y="223456"/>
                </a:lnTo>
                <a:lnTo>
                  <a:pt x="211919" y="216818"/>
                </a:lnTo>
                <a:lnTo>
                  <a:pt x="0" y="4898"/>
                </a:lnTo>
                <a:lnTo>
                  <a:pt x="2874" y="2024"/>
                </a:lnTo>
                <a:lnTo>
                  <a:pt x="214794" y="213943"/>
                </a:lnTo>
                <a:lnTo>
                  <a:pt x="221432" y="213943"/>
                </a:lnTo>
                <a:lnTo>
                  <a:pt x="323567" y="285231"/>
                </a:lnTo>
                <a:lnTo>
                  <a:pt x="337816" y="285231"/>
                </a:lnTo>
                <a:lnTo>
                  <a:pt x="439950" y="213943"/>
                </a:lnTo>
                <a:lnTo>
                  <a:pt x="444484" y="213943"/>
                </a:lnTo>
                <a:lnTo>
                  <a:pt x="657780" y="0"/>
                </a:lnTo>
                <a:lnTo>
                  <a:pt x="660654" y="2874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2" name="Large icon-3">
            <a:extLst>
              <a:ext uri="{FF2B5EF4-FFF2-40B4-BE49-F238E27FC236}">
                <a16:creationId xmlns:a16="http://schemas.microsoft.com/office/drawing/2014/main" id="{3891C816-7F98-7217-0DF8-B5CFF4E0F355}"/>
              </a:ext>
            </a:extLst>
          </p:cNvPr>
          <p:cNvSpPr/>
          <p:nvPr userDrawn="1"/>
        </p:nvSpPr>
        <p:spPr>
          <a:xfrm>
            <a:off x="3610432" y="4873839"/>
            <a:ext cx="1393100" cy="1392823"/>
          </a:xfrm>
          <a:custGeom>
            <a:avLst/>
            <a:gdLst>
              <a:gd name="csX0" fmla="*/ 290210 w 658670"/>
              <a:gd name="csY0" fmla="*/ 0 h 658710"/>
              <a:gd name="csX1" fmla="*/ 580461 w 658670"/>
              <a:gd name="csY1" fmla="*/ 290251 h 658710"/>
              <a:gd name="csX2" fmla="*/ 575198 w 658670"/>
              <a:gd name="csY2" fmla="*/ 345629 h 658710"/>
              <a:gd name="csX3" fmla="*/ 577303 w 658670"/>
              <a:gd name="csY3" fmla="*/ 350730 h 658710"/>
              <a:gd name="csX4" fmla="*/ 547347 w 658670"/>
              <a:gd name="csY4" fmla="*/ 486990 h 658710"/>
              <a:gd name="csX5" fmla="*/ 554107 w 658670"/>
              <a:gd name="csY5" fmla="*/ 516298 h 658710"/>
              <a:gd name="csX6" fmla="*/ 620092 w 658670"/>
              <a:gd name="csY6" fmla="*/ 610862 h 658710"/>
              <a:gd name="csX7" fmla="*/ 620092 w 658670"/>
              <a:gd name="csY7" fmla="*/ 617258 h 658710"/>
              <a:gd name="csX8" fmla="*/ 658671 w 658670"/>
              <a:gd name="csY8" fmla="*/ 655837 h 658710"/>
              <a:gd name="csX9" fmla="*/ 655796 w 658670"/>
              <a:gd name="csY9" fmla="*/ 658711 h 658710"/>
              <a:gd name="csX10" fmla="*/ 617218 w 658670"/>
              <a:gd name="csY10" fmla="*/ 620132 h 658710"/>
              <a:gd name="csX11" fmla="*/ 610822 w 658670"/>
              <a:gd name="csY11" fmla="*/ 620132 h 658710"/>
              <a:gd name="csX12" fmla="*/ 516257 w 658670"/>
              <a:gd name="csY12" fmla="*/ 554148 h 658710"/>
              <a:gd name="csX13" fmla="*/ 486949 w 658670"/>
              <a:gd name="csY13" fmla="*/ 547387 h 658710"/>
              <a:gd name="csX14" fmla="*/ 350689 w 658670"/>
              <a:gd name="csY14" fmla="*/ 577343 h 658710"/>
              <a:gd name="csX15" fmla="*/ 345588 w 658670"/>
              <a:gd name="csY15" fmla="*/ 575239 h 658710"/>
              <a:gd name="csX16" fmla="*/ 290251 w 658670"/>
              <a:gd name="csY16" fmla="*/ 580501 h 658710"/>
              <a:gd name="csX17" fmla="*/ 0 w 658670"/>
              <a:gd name="csY17" fmla="*/ 290251 h 658710"/>
              <a:gd name="csX18" fmla="*/ 290251 w 658670"/>
              <a:gd name="csY18" fmla="*/ 0 h 658710"/>
              <a:gd name="csX19" fmla="*/ 290210 w 658670"/>
              <a:gd name="csY19" fmla="*/ 4048 h 658710"/>
              <a:gd name="csX20" fmla="*/ 4008 w 658670"/>
              <a:gd name="csY20" fmla="*/ 290251 h 658710"/>
              <a:gd name="csX21" fmla="*/ 290210 w 658670"/>
              <a:gd name="csY21" fmla="*/ 576453 h 658710"/>
              <a:gd name="csX22" fmla="*/ 342998 w 658670"/>
              <a:gd name="csY22" fmla="*/ 571595 h 658710"/>
              <a:gd name="csX23" fmla="*/ 345629 w 658670"/>
              <a:gd name="csY23" fmla="*/ 565240 h 658710"/>
              <a:gd name="csX24" fmla="*/ 453876 w 658670"/>
              <a:gd name="csY24" fmla="*/ 496057 h 658710"/>
              <a:gd name="csX25" fmla="*/ 496017 w 658670"/>
              <a:gd name="csY25" fmla="*/ 453916 h 658710"/>
              <a:gd name="csX26" fmla="*/ 565199 w 658670"/>
              <a:gd name="csY26" fmla="*/ 345710 h 658710"/>
              <a:gd name="csX27" fmla="*/ 571555 w 658670"/>
              <a:gd name="csY27" fmla="*/ 343079 h 658710"/>
              <a:gd name="csX28" fmla="*/ 576413 w 658670"/>
              <a:gd name="csY28" fmla="*/ 290291 h 658710"/>
              <a:gd name="csX29" fmla="*/ 290210 w 658670"/>
              <a:gd name="csY29" fmla="*/ 4089 h 658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58670" h="658710">
                <a:moveTo>
                  <a:pt x="290210" y="0"/>
                </a:moveTo>
                <a:cubicBezTo>
                  <a:pt x="450516" y="0"/>
                  <a:pt x="580461" y="129945"/>
                  <a:pt x="580461" y="290251"/>
                </a:cubicBezTo>
                <a:cubicBezTo>
                  <a:pt x="580461" y="309196"/>
                  <a:pt x="578639" y="327696"/>
                  <a:pt x="575198" y="345629"/>
                </a:cubicBezTo>
                <a:lnTo>
                  <a:pt x="577303" y="350730"/>
                </a:lnTo>
                <a:lnTo>
                  <a:pt x="547347" y="486990"/>
                </a:lnTo>
                <a:lnTo>
                  <a:pt x="554107" y="516298"/>
                </a:lnTo>
                <a:lnTo>
                  <a:pt x="620092" y="610862"/>
                </a:lnTo>
                <a:lnTo>
                  <a:pt x="620092" y="617258"/>
                </a:lnTo>
                <a:lnTo>
                  <a:pt x="658671" y="655837"/>
                </a:lnTo>
                <a:lnTo>
                  <a:pt x="655796" y="658711"/>
                </a:lnTo>
                <a:lnTo>
                  <a:pt x="617218" y="620132"/>
                </a:lnTo>
                <a:lnTo>
                  <a:pt x="610822" y="620132"/>
                </a:lnTo>
                <a:lnTo>
                  <a:pt x="516257" y="554148"/>
                </a:lnTo>
                <a:lnTo>
                  <a:pt x="486949" y="547387"/>
                </a:lnTo>
                <a:lnTo>
                  <a:pt x="350689" y="577343"/>
                </a:lnTo>
                <a:lnTo>
                  <a:pt x="345588" y="575239"/>
                </a:lnTo>
                <a:cubicBezTo>
                  <a:pt x="327696" y="578679"/>
                  <a:pt x="309196" y="580501"/>
                  <a:pt x="290251" y="580501"/>
                </a:cubicBezTo>
                <a:cubicBezTo>
                  <a:pt x="129945" y="580501"/>
                  <a:pt x="0" y="450556"/>
                  <a:pt x="0" y="290251"/>
                </a:cubicBezTo>
                <a:cubicBezTo>
                  <a:pt x="0" y="129945"/>
                  <a:pt x="129945" y="0"/>
                  <a:pt x="290251" y="0"/>
                </a:cubicBezTo>
                <a:close/>
                <a:moveTo>
                  <a:pt x="290210" y="4048"/>
                </a:moveTo>
                <a:cubicBezTo>
                  <a:pt x="132131" y="4048"/>
                  <a:pt x="4008" y="132171"/>
                  <a:pt x="4008" y="290251"/>
                </a:cubicBezTo>
                <a:cubicBezTo>
                  <a:pt x="4008" y="448330"/>
                  <a:pt x="132131" y="576453"/>
                  <a:pt x="290210" y="576453"/>
                </a:cubicBezTo>
                <a:cubicBezTo>
                  <a:pt x="308265" y="576453"/>
                  <a:pt x="325874" y="574753"/>
                  <a:pt x="342998" y="571595"/>
                </a:cubicBezTo>
                <a:lnTo>
                  <a:pt x="345629" y="565240"/>
                </a:lnTo>
                <a:lnTo>
                  <a:pt x="453876" y="496057"/>
                </a:lnTo>
                <a:lnTo>
                  <a:pt x="496017" y="453916"/>
                </a:lnTo>
                <a:lnTo>
                  <a:pt x="565199" y="345710"/>
                </a:lnTo>
                <a:lnTo>
                  <a:pt x="571555" y="343079"/>
                </a:lnTo>
                <a:cubicBezTo>
                  <a:pt x="574753" y="325955"/>
                  <a:pt x="576413" y="308305"/>
                  <a:pt x="576413" y="290291"/>
                </a:cubicBezTo>
                <a:cubicBezTo>
                  <a:pt x="576413" y="132212"/>
                  <a:pt x="448289" y="4089"/>
                  <a:pt x="290210" y="4089"/>
                </a:cubicBez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3" name="Large icon-2">
            <a:extLst>
              <a:ext uri="{FF2B5EF4-FFF2-40B4-BE49-F238E27FC236}">
                <a16:creationId xmlns:a16="http://schemas.microsoft.com/office/drawing/2014/main" id="{C60DB8A6-ABFB-6BC5-B023-A11BFCEB347C}"/>
              </a:ext>
            </a:extLst>
          </p:cNvPr>
          <p:cNvSpPr/>
          <p:nvPr userDrawn="1"/>
        </p:nvSpPr>
        <p:spPr>
          <a:xfrm>
            <a:off x="3680295" y="3261955"/>
            <a:ext cx="1253372" cy="1250049"/>
          </a:xfrm>
          <a:custGeom>
            <a:avLst/>
            <a:gdLst>
              <a:gd name="csX0" fmla="*/ 412140 w 592605"/>
              <a:gd name="csY0" fmla="*/ 401452 h 591187"/>
              <a:gd name="csX1" fmla="*/ 412140 w 592605"/>
              <a:gd name="csY1" fmla="*/ 407849 h 591187"/>
              <a:gd name="csX2" fmla="*/ 592605 w 592605"/>
              <a:gd name="csY2" fmla="*/ 588314 h 591187"/>
              <a:gd name="csX3" fmla="*/ 589731 w 592605"/>
              <a:gd name="csY3" fmla="*/ 591188 h 591187"/>
              <a:gd name="csX4" fmla="*/ 409265 w 592605"/>
              <a:gd name="csY4" fmla="*/ 410723 h 591187"/>
              <a:gd name="csX5" fmla="*/ 402869 w 592605"/>
              <a:gd name="csY5" fmla="*/ 410723 h 591187"/>
              <a:gd name="csX6" fmla="*/ 303245 w 592605"/>
              <a:gd name="csY6" fmla="*/ 341216 h 591187"/>
              <a:gd name="csX7" fmla="*/ 289360 w 592605"/>
              <a:gd name="csY7" fmla="*/ 341216 h 591187"/>
              <a:gd name="csX8" fmla="*/ 189736 w 592605"/>
              <a:gd name="csY8" fmla="*/ 410723 h 591187"/>
              <a:gd name="csX9" fmla="*/ 183340 w 592605"/>
              <a:gd name="csY9" fmla="*/ 410723 h 591187"/>
              <a:gd name="csX10" fmla="*/ 2874 w 592605"/>
              <a:gd name="csY10" fmla="*/ 591188 h 591187"/>
              <a:gd name="csX11" fmla="*/ 0 w 592605"/>
              <a:gd name="csY11" fmla="*/ 588314 h 591187"/>
              <a:gd name="csX12" fmla="*/ 180465 w 592605"/>
              <a:gd name="csY12" fmla="*/ 407849 h 591187"/>
              <a:gd name="csX13" fmla="*/ 180465 w 592605"/>
              <a:gd name="csY13" fmla="*/ 401452 h 591187"/>
              <a:gd name="csX14" fmla="*/ 289360 w 592605"/>
              <a:gd name="csY14" fmla="*/ 262116 h 591187"/>
              <a:gd name="csX15" fmla="*/ 303245 w 592605"/>
              <a:gd name="csY15" fmla="*/ 262116 h 591187"/>
              <a:gd name="csX16" fmla="*/ 412140 w 592605"/>
              <a:gd name="csY16" fmla="*/ 401452 h 591187"/>
              <a:gd name="csX17" fmla="*/ 412140 w 592605"/>
              <a:gd name="csY17" fmla="*/ 139336 h 591187"/>
              <a:gd name="csX18" fmla="*/ 412140 w 592605"/>
              <a:gd name="csY18" fmla="*/ 145732 h 591187"/>
              <a:gd name="csX19" fmla="*/ 592605 w 592605"/>
              <a:gd name="csY19" fmla="*/ 326198 h 591187"/>
              <a:gd name="csX20" fmla="*/ 589731 w 592605"/>
              <a:gd name="csY20" fmla="*/ 329072 h 591187"/>
              <a:gd name="csX21" fmla="*/ 409265 w 592605"/>
              <a:gd name="csY21" fmla="*/ 148607 h 591187"/>
              <a:gd name="csX22" fmla="*/ 402869 w 592605"/>
              <a:gd name="csY22" fmla="*/ 148607 h 591187"/>
              <a:gd name="csX23" fmla="*/ 303245 w 592605"/>
              <a:gd name="csY23" fmla="*/ 79100 h 591187"/>
              <a:gd name="csX24" fmla="*/ 289360 w 592605"/>
              <a:gd name="csY24" fmla="*/ 79100 h 591187"/>
              <a:gd name="csX25" fmla="*/ 189736 w 592605"/>
              <a:gd name="csY25" fmla="*/ 148607 h 591187"/>
              <a:gd name="csX26" fmla="*/ 183340 w 592605"/>
              <a:gd name="csY26" fmla="*/ 148607 h 591187"/>
              <a:gd name="csX27" fmla="*/ 2874 w 592605"/>
              <a:gd name="csY27" fmla="*/ 329072 h 591187"/>
              <a:gd name="csX28" fmla="*/ 0 w 592605"/>
              <a:gd name="csY28" fmla="*/ 326198 h 591187"/>
              <a:gd name="csX29" fmla="*/ 180465 w 592605"/>
              <a:gd name="csY29" fmla="*/ 145732 h 591187"/>
              <a:gd name="csX30" fmla="*/ 180465 w 592605"/>
              <a:gd name="csY30" fmla="*/ 139336 h 591187"/>
              <a:gd name="csX31" fmla="*/ 289360 w 592605"/>
              <a:gd name="csY31" fmla="*/ 0 h 591187"/>
              <a:gd name="csX32" fmla="*/ 303245 w 592605"/>
              <a:gd name="csY32" fmla="*/ 0 h 591187"/>
              <a:gd name="csX33" fmla="*/ 412140 w 592605"/>
              <a:gd name="csY33" fmla="*/ 139336 h 591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592605" h="591187">
                <a:moveTo>
                  <a:pt x="412140" y="401452"/>
                </a:moveTo>
                <a:lnTo>
                  <a:pt x="412140" y="407849"/>
                </a:lnTo>
                <a:lnTo>
                  <a:pt x="592605" y="588314"/>
                </a:lnTo>
                <a:lnTo>
                  <a:pt x="589731" y="591188"/>
                </a:lnTo>
                <a:lnTo>
                  <a:pt x="409265" y="410723"/>
                </a:lnTo>
                <a:lnTo>
                  <a:pt x="402869" y="410723"/>
                </a:lnTo>
                <a:lnTo>
                  <a:pt x="303245" y="341216"/>
                </a:lnTo>
                <a:lnTo>
                  <a:pt x="289360" y="341216"/>
                </a:lnTo>
                <a:lnTo>
                  <a:pt x="189736" y="410723"/>
                </a:lnTo>
                <a:lnTo>
                  <a:pt x="183340" y="410723"/>
                </a:lnTo>
                <a:lnTo>
                  <a:pt x="2874" y="591188"/>
                </a:lnTo>
                <a:lnTo>
                  <a:pt x="0" y="588314"/>
                </a:lnTo>
                <a:lnTo>
                  <a:pt x="180465" y="407849"/>
                </a:lnTo>
                <a:lnTo>
                  <a:pt x="180465" y="401452"/>
                </a:lnTo>
                <a:lnTo>
                  <a:pt x="289360" y="262116"/>
                </a:lnTo>
                <a:lnTo>
                  <a:pt x="303245" y="262116"/>
                </a:lnTo>
                <a:lnTo>
                  <a:pt x="412140" y="401452"/>
                </a:lnTo>
                <a:close/>
                <a:moveTo>
                  <a:pt x="412140" y="139336"/>
                </a:moveTo>
                <a:lnTo>
                  <a:pt x="412140" y="145732"/>
                </a:lnTo>
                <a:lnTo>
                  <a:pt x="592605" y="326198"/>
                </a:lnTo>
                <a:lnTo>
                  <a:pt x="589731" y="329072"/>
                </a:lnTo>
                <a:lnTo>
                  <a:pt x="409265" y="148607"/>
                </a:lnTo>
                <a:lnTo>
                  <a:pt x="402869" y="148607"/>
                </a:lnTo>
                <a:lnTo>
                  <a:pt x="303245" y="79100"/>
                </a:lnTo>
                <a:lnTo>
                  <a:pt x="289360" y="79100"/>
                </a:lnTo>
                <a:lnTo>
                  <a:pt x="189736" y="148607"/>
                </a:lnTo>
                <a:lnTo>
                  <a:pt x="183340" y="148607"/>
                </a:lnTo>
                <a:lnTo>
                  <a:pt x="2874" y="329072"/>
                </a:lnTo>
                <a:lnTo>
                  <a:pt x="0" y="326198"/>
                </a:lnTo>
                <a:lnTo>
                  <a:pt x="180465" y="145732"/>
                </a:lnTo>
                <a:lnTo>
                  <a:pt x="180465" y="139336"/>
                </a:lnTo>
                <a:lnTo>
                  <a:pt x="289360" y="0"/>
                </a:lnTo>
                <a:lnTo>
                  <a:pt x="303245" y="0"/>
                </a:lnTo>
                <a:lnTo>
                  <a:pt x="412140" y="139336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6" name="Large icon-1">
            <a:extLst>
              <a:ext uri="{FF2B5EF4-FFF2-40B4-BE49-F238E27FC236}">
                <a16:creationId xmlns:a16="http://schemas.microsoft.com/office/drawing/2014/main" id="{2F83363D-4B76-ED44-A262-3AB3A59CFC57}"/>
              </a:ext>
            </a:extLst>
          </p:cNvPr>
          <p:cNvSpPr/>
          <p:nvPr userDrawn="1"/>
        </p:nvSpPr>
        <p:spPr>
          <a:xfrm>
            <a:off x="3475454" y="1190918"/>
            <a:ext cx="1663056" cy="1662623"/>
          </a:xfrm>
          <a:custGeom>
            <a:avLst/>
            <a:gdLst>
              <a:gd name="csX0" fmla="*/ 395178 w 786307"/>
              <a:gd name="csY0" fmla="*/ 231350 h 786307"/>
              <a:gd name="csX1" fmla="*/ 399712 w 786307"/>
              <a:gd name="csY1" fmla="*/ 235884 h 786307"/>
              <a:gd name="csX2" fmla="*/ 421005 w 786307"/>
              <a:gd name="csY2" fmla="*/ 355466 h 786307"/>
              <a:gd name="csX3" fmla="*/ 430842 w 786307"/>
              <a:gd name="csY3" fmla="*/ 365303 h 786307"/>
              <a:gd name="csX4" fmla="*/ 550424 w 786307"/>
              <a:gd name="csY4" fmla="*/ 386596 h 786307"/>
              <a:gd name="csX5" fmla="*/ 554957 w 786307"/>
              <a:gd name="csY5" fmla="*/ 391130 h 786307"/>
              <a:gd name="csX6" fmla="*/ 786308 w 786307"/>
              <a:gd name="csY6" fmla="*/ 391130 h 786307"/>
              <a:gd name="csX7" fmla="*/ 786308 w 786307"/>
              <a:gd name="csY7" fmla="*/ 395178 h 786307"/>
              <a:gd name="csX8" fmla="*/ 554957 w 786307"/>
              <a:gd name="csY8" fmla="*/ 395178 h 786307"/>
              <a:gd name="csX9" fmla="*/ 550424 w 786307"/>
              <a:gd name="csY9" fmla="*/ 399712 h 786307"/>
              <a:gd name="csX10" fmla="*/ 430842 w 786307"/>
              <a:gd name="csY10" fmla="*/ 421005 h 786307"/>
              <a:gd name="csX11" fmla="*/ 421005 w 786307"/>
              <a:gd name="csY11" fmla="*/ 430842 h 786307"/>
              <a:gd name="csX12" fmla="*/ 399712 w 786307"/>
              <a:gd name="csY12" fmla="*/ 550423 h 786307"/>
              <a:gd name="csX13" fmla="*/ 395178 w 786307"/>
              <a:gd name="csY13" fmla="*/ 554957 h 786307"/>
              <a:gd name="csX14" fmla="*/ 395178 w 786307"/>
              <a:gd name="csY14" fmla="*/ 786308 h 786307"/>
              <a:gd name="csX15" fmla="*/ 391130 w 786307"/>
              <a:gd name="csY15" fmla="*/ 786308 h 786307"/>
              <a:gd name="csX16" fmla="*/ 391130 w 786307"/>
              <a:gd name="csY16" fmla="*/ 554957 h 786307"/>
              <a:gd name="csX17" fmla="*/ 386596 w 786307"/>
              <a:gd name="csY17" fmla="*/ 550423 h 786307"/>
              <a:gd name="csX18" fmla="*/ 365303 w 786307"/>
              <a:gd name="csY18" fmla="*/ 430842 h 786307"/>
              <a:gd name="csX19" fmla="*/ 355466 w 786307"/>
              <a:gd name="csY19" fmla="*/ 421005 h 786307"/>
              <a:gd name="csX20" fmla="*/ 235884 w 786307"/>
              <a:gd name="csY20" fmla="*/ 399712 h 786307"/>
              <a:gd name="csX21" fmla="*/ 231350 w 786307"/>
              <a:gd name="csY21" fmla="*/ 395178 h 786307"/>
              <a:gd name="csX22" fmla="*/ 0 w 786307"/>
              <a:gd name="csY22" fmla="*/ 395178 h 786307"/>
              <a:gd name="csX23" fmla="*/ 0 w 786307"/>
              <a:gd name="csY23" fmla="*/ 391130 h 786307"/>
              <a:gd name="csX24" fmla="*/ 231350 w 786307"/>
              <a:gd name="csY24" fmla="*/ 391130 h 786307"/>
              <a:gd name="csX25" fmla="*/ 235884 w 786307"/>
              <a:gd name="csY25" fmla="*/ 386596 h 786307"/>
              <a:gd name="csX26" fmla="*/ 355466 w 786307"/>
              <a:gd name="csY26" fmla="*/ 365303 h 786307"/>
              <a:gd name="csX27" fmla="*/ 365303 w 786307"/>
              <a:gd name="csY27" fmla="*/ 355466 h 786307"/>
              <a:gd name="csX28" fmla="*/ 386596 w 786307"/>
              <a:gd name="csY28" fmla="*/ 235884 h 786307"/>
              <a:gd name="csX29" fmla="*/ 391130 w 786307"/>
              <a:gd name="csY29" fmla="*/ 231350 h 786307"/>
              <a:gd name="csX30" fmla="*/ 391130 w 786307"/>
              <a:gd name="csY30" fmla="*/ 0 h 786307"/>
              <a:gd name="csX31" fmla="*/ 395178 w 786307"/>
              <a:gd name="csY31" fmla="*/ 0 h 786307"/>
              <a:gd name="csX32" fmla="*/ 395178 w 786307"/>
              <a:gd name="csY32" fmla="*/ 231350 h 786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86307" h="786307">
                <a:moveTo>
                  <a:pt x="395178" y="231350"/>
                </a:moveTo>
                <a:lnTo>
                  <a:pt x="399712" y="235884"/>
                </a:lnTo>
                <a:lnTo>
                  <a:pt x="421005" y="355466"/>
                </a:lnTo>
                <a:lnTo>
                  <a:pt x="430842" y="365303"/>
                </a:lnTo>
                <a:lnTo>
                  <a:pt x="550424" y="386596"/>
                </a:lnTo>
                <a:lnTo>
                  <a:pt x="554957" y="391130"/>
                </a:lnTo>
                <a:lnTo>
                  <a:pt x="786308" y="391130"/>
                </a:lnTo>
                <a:lnTo>
                  <a:pt x="786308" y="395178"/>
                </a:lnTo>
                <a:lnTo>
                  <a:pt x="554957" y="395178"/>
                </a:lnTo>
                <a:lnTo>
                  <a:pt x="550424" y="399712"/>
                </a:lnTo>
                <a:lnTo>
                  <a:pt x="430842" y="421005"/>
                </a:lnTo>
                <a:lnTo>
                  <a:pt x="421005" y="430842"/>
                </a:lnTo>
                <a:lnTo>
                  <a:pt x="399712" y="550423"/>
                </a:lnTo>
                <a:lnTo>
                  <a:pt x="395178" y="554957"/>
                </a:lnTo>
                <a:lnTo>
                  <a:pt x="395178" y="786308"/>
                </a:lnTo>
                <a:lnTo>
                  <a:pt x="391130" y="786308"/>
                </a:lnTo>
                <a:lnTo>
                  <a:pt x="391130" y="554957"/>
                </a:lnTo>
                <a:lnTo>
                  <a:pt x="386596" y="550423"/>
                </a:lnTo>
                <a:lnTo>
                  <a:pt x="365303" y="430842"/>
                </a:lnTo>
                <a:lnTo>
                  <a:pt x="355466" y="421005"/>
                </a:lnTo>
                <a:lnTo>
                  <a:pt x="235884" y="399712"/>
                </a:lnTo>
                <a:lnTo>
                  <a:pt x="231350" y="395178"/>
                </a:lnTo>
                <a:lnTo>
                  <a:pt x="0" y="395178"/>
                </a:lnTo>
                <a:lnTo>
                  <a:pt x="0" y="391130"/>
                </a:lnTo>
                <a:lnTo>
                  <a:pt x="231350" y="391130"/>
                </a:lnTo>
                <a:lnTo>
                  <a:pt x="235884" y="386596"/>
                </a:lnTo>
                <a:lnTo>
                  <a:pt x="355466" y="365303"/>
                </a:lnTo>
                <a:lnTo>
                  <a:pt x="365303" y="355466"/>
                </a:lnTo>
                <a:lnTo>
                  <a:pt x="386596" y="235884"/>
                </a:lnTo>
                <a:lnTo>
                  <a:pt x="391130" y="231350"/>
                </a:lnTo>
                <a:lnTo>
                  <a:pt x="391130" y="0"/>
                </a:lnTo>
                <a:lnTo>
                  <a:pt x="395178" y="0"/>
                </a:lnTo>
                <a:lnTo>
                  <a:pt x="395178" y="231350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193" name="Text Placeholder 10">
            <a:extLst>
              <a:ext uri="{FF2B5EF4-FFF2-40B4-BE49-F238E27FC236}">
                <a16:creationId xmlns:a16="http://schemas.microsoft.com/office/drawing/2014/main" id="{36CEBC0C-B23D-0D93-0B0D-C4400F8BA5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2737600"/>
            <a:ext cx="3132554" cy="152960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400" b="0" i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r>
              <a:rPr lang="en-US" dirty="0"/>
              <a:t>Use these large illustrative icons to highlight information, or infographics.</a:t>
            </a:r>
          </a:p>
          <a:p>
            <a:r>
              <a:rPr lang="en-US" dirty="0"/>
              <a:t>The color could be changed to dark orange, dark blue, or black.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132785"/>
            <a:ext cx="2830236" cy="1247926"/>
          </a:xfrm>
        </p:spPr>
        <p:txBody>
          <a:bodyPr anchor="t">
            <a:noAutofit/>
          </a:bodyPr>
          <a:lstStyle>
            <a:lvl1pPr>
              <a:defRPr cap="all" baseline="0"/>
            </a:lvl1pPr>
          </a:lstStyle>
          <a:p>
            <a:r>
              <a:rPr lang="en-US" dirty="0"/>
              <a:t>Large Illustrative Icons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3525485-CFFC-7951-77A5-1AC64E18D7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A806A6D-C996-3234-1221-D9AB6AC12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431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2DB45C-7013-5F7E-B0E1-452A7203134D}"/>
              </a:ext>
            </a:extLst>
          </p:cNvPr>
          <p:cNvSpPr/>
          <p:nvPr userDrawn="1"/>
        </p:nvSpPr>
        <p:spPr>
          <a:xfrm>
            <a:off x="134471" y="779929"/>
            <a:ext cx="1176398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Replica LL TT" panose="020B0504010101010104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132788"/>
            <a:ext cx="5654675" cy="977009"/>
          </a:xfrm>
        </p:spPr>
        <p:txBody>
          <a:bodyPr anchor="t">
            <a:noAutofit/>
          </a:bodyPr>
          <a:lstStyle>
            <a:lvl1pPr>
              <a:defRPr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438A901-B219-6A84-9B6C-411EC83590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DA4452C4-12D4-F6EE-F7F3-2691E42E8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Title-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3AC25AD0-87EF-EB35-E1D8-20889164CB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4ED57E8D-88D6-936F-6570-5A132EA81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746501-0CB2-61AC-6256-95B1C52216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51163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782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11D4EF-5B33-2B04-34CA-6C6E64497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7883"/>
          <a:stretch>
            <a:fillRect/>
          </a:stretch>
        </p:blipFill>
        <p:spPr>
          <a:xfrm>
            <a:off x="1650490" y="-13097"/>
            <a:ext cx="10541511" cy="6871097"/>
          </a:xfrm>
          <a:prstGeom prst="rect">
            <a:avLst/>
          </a:prstGeom>
        </p:spPr>
      </p:pic>
      <p:sp>
        <p:nvSpPr>
          <p:cNvPr id="5" name="Image 2" descr=" ">
            <a:extLst>
              <a:ext uri="{FF2B5EF4-FFF2-40B4-BE49-F238E27FC236}">
                <a16:creationId xmlns:a16="http://schemas.microsoft.com/office/drawing/2014/main" id="{FC1B8265-943B-8222-7F5B-0CAAB2ED9B0F}"/>
              </a:ext>
            </a:extLst>
          </p:cNvPr>
          <p:cNvSpPr/>
          <p:nvPr userDrawn="1"/>
        </p:nvSpPr>
        <p:spPr>
          <a:xfrm>
            <a:off x="-15473" y="-13096"/>
            <a:ext cx="7766586" cy="6917749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385"/>
            </a:stretch>
          </a:blip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221B8F4-2557-C92A-F72E-56F73ABFCEBD}"/>
              </a:ext>
            </a:extLst>
          </p:cNvPr>
          <p:cNvCxnSpPr>
            <a:cxnSpLocks/>
          </p:cNvCxnSpPr>
          <p:nvPr userDrawn="1"/>
        </p:nvCxnSpPr>
        <p:spPr>
          <a:xfrm flipH="1">
            <a:off x="4536702" y="-13098"/>
            <a:ext cx="3214411" cy="687109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Logo">
            <a:extLst>
              <a:ext uri="{FF2B5EF4-FFF2-40B4-BE49-F238E27FC236}">
                <a16:creationId xmlns:a16="http://schemas.microsoft.com/office/drawing/2014/main" id="{14EB26AF-4085-566B-40DB-612F0654C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15030"/>
            <a:ext cx="2154887" cy="6383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79BB15-3A19-63A3-FFE0-50E87366B595}"/>
              </a:ext>
            </a:extLst>
          </p:cNvPr>
          <p:cNvSpPr/>
          <p:nvPr/>
        </p:nvSpPr>
        <p:spPr>
          <a:xfrm>
            <a:off x="333323" y="6364976"/>
            <a:ext cx="3204394" cy="241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9"/>
              </a:lnSpc>
            </a:pPr>
            <a:r>
              <a:rPr lang="en-US" sz="1399" b="0" u="none">
                <a:solidFill>
                  <a:schemeClr val="tx2">
                    <a:lumMod val="25000"/>
                    <a:lumOff val="75000"/>
                  </a:schemeClr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SOFTSERVEINC.COM</a:t>
            </a:r>
            <a:endParaRPr lang="en-US" sz="1399" b="0" i="0" u="none">
              <a:solidFill>
                <a:schemeClr val="tx2">
                  <a:lumMod val="25000"/>
                  <a:lumOff val="75000"/>
                </a:schemeClr>
              </a:solidFill>
              <a:latin typeface="Replica LL TT" panose="020B0504010101010104" pitchFamily="34" charset="77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23" y="3877732"/>
            <a:ext cx="3409918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kern="1200" cap="none" baseline="0">
                <a:solidFill>
                  <a:schemeClr val="tx2">
                    <a:lumMod val="25000"/>
                    <a:lumOff val="75000"/>
                  </a:schemeClr>
                </a:solidFill>
                <a:latin typeface="Replica LL TT" panose="020B0504010101010104" pitchFamily="34" charset="77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1774706"/>
            <a:ext cx="5654675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0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3664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CC28ACB6-8CB3-E190-AAA3-6747DFFE1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0F829B-1468-26F9-C19B-9857419738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5FEAE-7A79-66BA-FD94-F1B2ECDB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448909"/>
            <a:ext cx="11468102" cy="372805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31599-6B9F-8BB9-66CC-7517887D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20338"/>
            <a:ext cx="5220104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85B0EE91-61D1-8D52-0B58-F63F4033609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A85A963D-3698-3156-78F6-92AE46B28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81D3F8-2806-623C-E4A5-125725F3FCAF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6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79" r:id="rId2"/>
    <p:sldLayoutId id="2147483778" r:id="rId3"/>
    <p:sldLayoutId id="2147483700" r:id="rId4"/>
    <p:sldLayoutId id="2147483678" r:id="rId5"/>
    <p:sldLayoutId id="2147483668" r:id="rId6"/>
    <p:sldLayoutId id="2147483780" r:id="rId7"/>
    <p:sldLayoutId id="2147483665" r:id="rId8"/>
    <p:sldLayoutId id="2147483701" r:id="rId9"/>
    <p:sldLayoutId id="2147483702" r:id="rId10"/>
    <p:sldLayoutId id="2147483687" r:id="rId11"/>
    <p:sldLayoutId id="2147483781" r:id="rId12"/>
    <p:sldLayoutId id="2147483689" r:id="rId13"/>
    <p:sldLayoutId id="2147483667" r:id="rId14"/>
    <p:sldLayoutId id="2147483686" r:id="rId15"/>
    <p:sldLayoutId id="2147483690" r:id="rId16"/>
    <p:sldLayoutId id="2147483683" r:id="rId17"/>
    <p:sldLayoutId id="2147483685" r:id="rId18"/>
    <p:sldLayoutId id="2147483669" r:id="rId19"/>
    <p:sldLayoutId id="2147483671" r:id="rId20"/>
    <p:sldLayoutId id="2147483714" r:id="rId21"/>
    <p:sldLayoutId id="2147483681" r:id="rId22"/>
    <p:sldLayoutId id="2147483670" r:id="rId23"/>
    <p:sldLayoutId id="2147483703" r:id="rId24"/>
    <p:sldLayoutId id="2147483706" r:id="rId25"/>
    <p:sldLayoutId id="2147483705" r:id="rId26"/>
    <p:sldLayoutId id="2147483719" r:id="rId27"/>
    <p:sldLayoutId id="2147483672" r:id="rId28"/>
    <p:sldLayoutId id="2147483715" r:id="rId29"/>
    <p:sldLayoutId id="2147483682" r:id="rId30"/>
    <p:sldLayoutId id="2147483679" r:id="rId31"/>
    <p:sldLayoutId id="2147483680" r:id="rId32"/>
    <p:sldLayoutId id="2147483711" r:id="rId33"/>
    <p:sldLayoutId id="2147483712" r:id="rId34"/>
    <p:sldLayoutId id="2147483710" r:id="rId35"/>
    <p:sldLayoutId id="2147483713" r:id="rId36"/>
    <p:sldLayoutId id="2147483717" r:id="rId37"/>
    <p:sldLayoutId id="2147483673" r:id="rId38"/>
    <p:sldLayoutId id="2147483674" r:id="rId39"/>
    <p:sldLayoutId id="2147483708" r:id="rId40"/>
    <p:sldLayoutId id="2147483709" r:id="rId41"/>
    <p:sldLayoutId id="2147483718" r:id="rId42"/>
    <p:sldLayoutId id="2147483693" r:id="rId43"/>
    <p:sldLayoutId id="2147483692" r:id="rId44"/>
    <p:sldLayoutId id="2147483707" r:id="rId45"/>
    <p:sldLayoutId id="2147483691" r:id="rId46"/>
    <p:sldLayoutId id="2147483697" r:id="rId47"/>
    <p:sldLayoutId id="2147483696" r:id="rId48"/>
    <p:sldLayoutId id="2147483695" r:id="rId49"/>
    <p:sldLayoutId id="2147483716" r:id="rId50"/>
    <p:sldLayoutId id="2147483720" r:id="rId51"/>
    <p:sldLayoutId id="2147483694" r:id="rId52"/>
    <p:sldLayoutId id="2147483677" r:id="rId53"/>
    <p:sldLayoutId id="2147483684" r:id="rId54"/>
    <p:sldLayoutId id="2147483675" r:id="rId5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1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36538" indent="-23653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99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99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9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4" userDrawn="1">
          <p15:clr>
            <a:srgbClr val="F26B43"/>
          </p15:clr>
        </p15:guide>
        <p15:guide id="2" pos="3778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1011" userDrawn="1">
          <p15:clr>
            <a:srgbClr val="F26B43"/>
          </p15:clr>
        </p15:guide>
        <p15:guide id="5" pos="1135" userDrawn="1">
          <p15:clr>
            <a:srgbClr val="F26B43"/>
          </p15:clr>
        </p15:guide>
        <p15:guide id="6" pos="2060" userDrawn="1">
          <p15:clr>
            <a:srgbClr val="F26B43"/>
          </p15:clr>
        </p15:guide>
        <p15:guide id="7" pos="1936" userDrawn="1">
          <p15:clr>
            <a:srgbClr val="F26B43"/>
          </p15:clr>
        </p15:guide>
        <p15:guide id="8" pos="2858" userDrawn="1">
          <p15:clr>
            <a:srgbClr val="F26B43"/>
          </p15:clr>
        </p15:guide>
        <p15:guide id="9" pos="2982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pos="4700" userDrawn="1">
          <p15:clr>
            <a:srgbClr val="F26B43"/>
          </p15:clr>
        </p15:guide>
        <p15:guide id="12" pos="4826" userDrawn="1">
          <p15:clr>
            <a:srgbClr val="F26B43"/>
          </p15:clr>
        </p15:guide>
        <p15:guide id="13" pos="5620" userDrawn="1">
          <p15:clr>
            <a:srgbClr val="F26B43"/>
          </p15:clr>
        </p15:guide>
        <p15:guide id="14" pos="5748" userDrawn="1">
          <p15:clr>
            <a:srgbClr val="F26B43"/>
          </p15:clr>
        </p15:guide>
        <p15:guide id="15" pos="6544" userDrawn="1">
          <p15:clr>
            <a:srgbClr val="F26B43"/>
          </p15:clr>
        </p15:guide>
        <p15:guide id="16" pos="6670" userDrawn="1">
          <p15:clr>
            <a:srgbClr val="F26B43"/>
          </p15:clr>
        </p15:guide>
        <p15:guide id="17" pos="7464" userDrawn="1">
          <p15:clr>
            <a:srgbClr val="F26B43"/>
          </p15:clr>
        </p15:guide>
        <p15:guide id="18" orient="horz" pos="4104" userDrawn="1">
          <p15:clr>
            <a:srgbClr val="F26B43"/>
          </p15:clr>
        </p15:guide>
        <p15:guide id="19" orient="horz" pos="5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37360"/>
            <a:ext cx="10515600" cy="4114800"/>
          </a:xfrm>
          <a:prstGeom prst="rect">
            <a:avLst/>
          </a:prstGeom>
          <a:gradFill>
            <a:gsLst>
              <a:gs pos="0">
                <a:srgbClr val="000000">
                  <a:alpha val="82000"/>
                </a:srgbClr>
              </a:gs>
              <a:gs pos="100">
                <a:srgbClr val="000000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521207" y="4754880"/>
            <a:ext cx="4203193" cy="731520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sz="1400" b="1" i="0" dirty="0">
                <a:solidFill>
                  <a:schemeClr val="bg1"/>
                </a:solidFill>
                <a:latin typeface="+mj-lt"/>
              </a:rPr>
              <a:t>PROOF OF VALUE   ·   ROLL-OUT   ·   SCALING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2920" y="2103120"/>
            <a:ext cx="5212080" cy="2148840"/>
          </a:xfrm>
        </p:spPr>
        <p:txBody>
          <a:bodyPr wrap="square"/>
          <a:lstStyle/>
          <a:p>
            <a:r>
              <a:rPr sz="4400" b="0" i="0" dirty="0">
                <a:solidFill>
                  <a:srgbClr val="FFFFFF"/>
                </a:solidFill>
              </a:rPr>
              <a:t>Workforce Optimization</a:t>
            </a:r>
          </a:p>
          <a:p>
            <a:pPr>
              <a:spcBef>
                <a:spcPts val="400"/>
              </a:spcBef>
            </a:pPr>
            <a:r>
              <a:rPr sz="2500" b="0" i="0" dirty="0">
                <a:solidFill>
                  <a:srgbClr val="FFFFFF"/>
                </a:solidFill>
              </a:rPr>
              <a:t>AI accelerator service packages on Oracle OCI + NVIDIA cuOpt — from proof of value to enterprise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sz="2600" b="1" i="0">
                <a:solidFill>
                  <a:srgbClr val="26282B"/>
                </a:solidFill>
                <a:latin typeface="Replica LL TT"/>
              </a:rPr>
              <a:t>USE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752600"/>
            <a:ext cx="5504688" cy="336804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752600"/>
            <a:ext cx="91440" cy="336804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1462" y="19156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26282B"/>
                </a:solidFill>
                <a:latin typeface="Replica LL T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63" y="2281428"/>
            <a:ext cx="4937760" cy="2870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dirty="0">
                <a:latin typeface="Replica LL TT"/>
              </a:rPr>
              <a:t>Field-service operators plan a mobile </a:t>
            </a:r>
            <a:r>
              <a:rPr lang="en-US" sz="1200" b="1" i="0" dirty="0">
                <a:latin typeface="Replica LL TT"/>
              </a:rPr>
              <a:t>workforce manually</a:t>
            </a:r>
            <a:r>
              <a:rPr lang="en-US" sz="1200" b="1" i="0" dirty="0">
                <a:solidFill>
                  <a:srgbClr val="6B7076"/>
                </a:solidFill>
                <a:latin typeface="Replica LL TT"/>
              </a:rPr>
              <a:t>, </a:t>
            </a:r>
            <a:r>
              <a:rPr sz="1200" dirty="0">
                <a:solidFill>
                  <a:srgbClr val="6B7076"/>
                </a:solidFill>
                <a:latin typeface="Replica LL TT"/>
              </a:rPr>
              <a:t>maintain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>ing</a:t>
            </a:r>
            <a:r>
              <a:rPr sz="1200" dirty="0">
                <a:solidFill>
                  <a:srgbClr val="6B7076"/>
                </a:solidFill>
                <a:latin typeface="Replica LL TT"/>
              </a:rPr>
              <a:t> work zones and technician assignments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> that should meet numerous rules, constraints and optimization criteria.</a:t>
            </a:r>
          </a:p>
          <a:p>
            <a:pPr algn="l">
              <a:lnSpc>
                <a:spcPct val="106000"/>
              </a:lnSpc>
            </a:pPr>
            <a:endParaRPr sz="1200" b="0" i="0" dirty="0">
              <a:solidFill>
                <a:srgbClr val="6B7076"/>
              </a:solidFill>
              <a:latin typeface="Replica LL TT"/>
            </a:endParaRP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lang="en-US" sz="1200" dirty="0">
                <a:solidFill>
                  <a:srgbClr val="6B7076"/>
                </a:solidFill>
                <a:latin typeface="Replica LL TT"/>
              </a:rPr>
              <a:t>This leads to the following challenges</a:t>
            </a:r>
            <a:r>
              <a:rPr sz="1200" b="0" i="0" dirty="0">
                <a:solidFill>
                  <a:srgbClr val="6B7076"/>
                </a:solidFill>
                <a:latin typeface="Replica LL TT"/>
              </a:rPr>
              <a:t>: </a:t>
            </a:r>
            <a:endParaRPr lang="en-US" sz="1200" b="0" i="0" dirty="0">
              <a:solidFill>
                <a:srgbClr val="6B7076"/>
              </a:solidFill>
              <a:latin typeface="Replica LL TT"/>
            </a:endParaRPr>
          </a:p>
          <a:p>
            <a:pPr marL="285750" indent="-285750" algn="l">
              <a:lnSpc>
                <a:spcPct val="106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Replica LL TT"/>
              </a:rPr>
              <a:t>Suboptimal operational efficiency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>: uneven workloads and not full resource utilization (hard to meet the optimal allocation manually at scale);</a:t>
            </a:r>
          </a:p>
          <a:p>
            <a:pPr marL="285750" indent="-285750" algn="l">
              <a:lnSpc>
                <a:spcPct val="106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latin typeface="Replica LL TT"/>
              </a:rPr>
              <a:t>Lower customer satisfaction</a:t>
            </a:r>
            <a:r>
              <a:rPr lang="en-US" sz="1200" b="0" i="0" dirty="0">
                <a:solidFill>
                  <a:srgbClr val="6B7076"/>
                </a:solidFill>
                <a:latin typeface="Replica LL TT"/>
              </a:rPr>
              <a:t>: suboptimal allocations cause </a:t>
            </a:r>
            <a:r>
              <a:rPr sz="1200" b="0" i="0" dirty="0">
                <a:solidFill>
                  <a:srgbClr val="6B7076"/>
                </a:solidFill>
                <a:latin typeface="Replica LL TT"/>
              </a:rPr>
              <a:t>longer customer wait times, </a:t>
            </a:r>
            <a:r>
              <a:rPr lang="en-US" sz="1200" b="0" i="0" dirty="0">
                <a:solidFill>
                  <a:srgbClr val="6B7076"/>
                </a:solidFill>
                <a:latin typeface="Replica LL TT"/>
              </a:rPr>
              <a:t>and affect negatively customer satis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>faction;</a:t>
            </a:r>
          </a:p>
          <a:p>
            <a:pPr marL="285750" indent="-285750" algn="l">
              <a:lnSpc>
                <a:spcPct val="106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Replica LL TT"/>
              </a:rPr>
              <a:t>Poor planning process scalability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>: </a:t>
            </a:r>
            <a:r>
              <a:rPr sz="1200" b="0" i="0" dirty="0">
                <a:solidFill>
                  <a:srgbClr val="6B7076"/>
                </a:solidFill>
                <a:latin typeface="Replica LL TT"/>
              </a:rPr>
              <a:t>manual </a:t>
            </a:r>
            <a:r>
              <a:rPr lang="en-US" sz="1200" b="0" i="0" dirty="0">
                <a:solidFill>
                  <a:srgbClr val="6B7076"/>
                </a:solidFill>
                <a:latin typeface="Replica LL TT"/>
              </a:rPr>
              <a:t>process requires highly-skilled and experienced dispatchers; launching new service zones 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>is a friction-heavy, poorly scalable process</a:t>
            </a:r>
            <a:r>
              <a:rPr lang="en-US" sz="1200" b="0" i="0" dirty="0">
                <a:solidFill>
                  <a:srgbClr val="6B7076"/>
                </a:solidFill>
                <a:latin typeface="Replica LL TT"/>
              </a:rPr>
              <a:t> </a:t>
            </a:r>
            <a:endParaRPr sz="1200" b="0" i="0" dirty="0">
              <a:solidFill>
                <a:srgbClr val="6B7076"/>
              </a:solidFill>
              <a:latin typeface="Replica LL T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0216" y="1752600"/>
            <a:ext cx="5504688" cy="3368040"/>
          </a:xfrm>
          <a:prstGeom prst="roundRect">
            <a:avLst>
              <a:gd name="adj" fmla="val 4000"/>
            </a:avLst>
          </a:prstGeom>
          <a:solidFill>
            <a:srgbClr val="EC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0216" y="1752600"/>
            <a:ext cx="91440" cy="336804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630" y="19156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85C3"/>
                </a:solidFill>
                <a:latin typeface="Replica LL TT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15184"/>
            <a:ext cx="4937760" cy="1359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dirty="0">
                <a:solidFill>
                  <a:srgbClr val="26282B"/>
                </a:solidFill>
                <a:latin typeface="Replica LL TT"/>
              </a:rPr>
              <a:t>An AI</a:t>
            </a:r>
            <a:r>
              <a:rPr lang="en-US" sz="1200" b="1" i="0" dirty="0">
                <a:solidFill>
                  <a:srgbClr val="26282B"/>
                </a:solidFill>
                <a:latin typeface="Replica LL TT"/>
              </a:rPr>
              <a:t>-powered solution </a:t>
            </a:r>
            <a:r>
              <a:rPr sz="1200" b="1" i="0" dirty="0">
                <a:solidFill>
                  <a:srgbClr val="26282B"/>
                </a:solidFill>
                <a:latin typeface="Replica LL TT"/>
              </a:rPr>
              <a:t>that optimizes the workforce</a:t>
            </a:r>
            <a:r>
              <a:rPr lang="en-US" sz="1200" b="1" i="0" dirty="0">
                <a:solidFill>
                  <a:srgbClr val="26282B"/>
                </a:solidFill>
                <a:latin typeface="Replica LL TT"/>
              </a:rPr>
              <a:t> automatically</a:t>
            </a:r>
            <a:r>
              <a:rPr sz="1200" b="1" i="0" dirty="0">
                <a:solidFill>
                  <a:srgbClr val="26282B"/>
                </a:solidFill>
                <a:latin typeface="Replica LL TT"/>
              </a:rPr>
              <a:t>. </a:t>
            </a:r>
            <a:r>
              <a:rPr sz="1200" b="0" i="0" dirty="0">
                <a:solidFill>
                  <a:srgbClr val="6B7076"/>
                </a:solidFill>
                <a:latin typeface="Replica LL TT"/>
              </a:rPr>
              <a:t>NVIDIA </a:t>
            </a:r>
            <a:r>
              <a:rPr sz="1200" b="0" i="0" dirty="0" err="1">
                <a:solidFill>
                  <a:srgbClr val="6B7076"/>
                </a:solidFill>
                <a:latin typeface="Replica LL TT"/>
              </a:rPr>
              <a:t>cuOpt</a:t>
            </a:r>
            <a:r>
              <a:rPr sz="1200" b="0" i="0" dirty="0">
                <a:solidFill>
                  <a:srgbClr val="6B7076"/>
                </a:solidFill>
                <a:latin typeface="Replica LL TT"/>
              </a:rPr>
              <a:t> on Oracle OCI ingests demand, availability, skills and constraints and computes the best technician-to-zone-to-job plan in minutes.</a:t>
            </a:r>
          </a:p>
          <a:p>
            <a:pPr algn="l">
              <a:lnSpc>
                <a:spcPct val="106000"/>
              </a:lnSpc>
            </a:pPr>
            <a:endParaRPr sz="1200" b="0" i="0" dirty="0">
              <a:solidFill>
                <a:srgbClr val="6B7076"/>
              </a:solidFill>
              <a:latin typeface="Replica LL TT"/>
            </a:endParaRPr>
          </a:p>
          <a:p>
            <a:pPr algn="l">
              <a:lnSpc>
                <a:spcPct val="106000"/>
              </a:lnSpc>
            </a:pPr>
            <a:r>
              <a:rPr sz="1200" b="0" i="0" dirty="0">
                <a:solidFill>
                  <a:srgbClr val="6B7076"/>
                </a:solidFill>
                <a:latin typeface="Replica LL TT"/>
              </a:rPr>
              <a:t>A dispatcher console reviews, re-optimizes and writes the plan back to Oracle Field 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61772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631436"/>
            <a:ext cx="16276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85C3"/>
                </a:solidFill>
                <a:latin typeface="Replica LL TT"/>
              </a:rPr>
              <a:t>Productivity 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461772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4631436"/>
            <a:ext cx="16276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85C3"/>
                </a:solidFill>
                <a:latin typeface="Replica LL TT"/>
              </a:rPr>
              <a:t>Capacity utilization 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94392" y="461772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94392" y="4631436"/>
            <a:ext cx="16276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85C3"/>
                </a:solidFill>
                <a:latin typeface="Replica LL TT"/>
              </a:rPr>
              <a:t>Wait time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321808"/>
            <a:ext cx="11420856" cy="566928"/>
          </a:xfrm>
          <a:prstGeom prst="roundRect">
            <a:avLst>
              <a:gd name="adj" fmla="val 12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516786"/>
            <a:ext cx="108813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FFFFFF"/>
                </a:solidFill>
                <a:latin typeface="Replica LL TT"/>
              </a:rPr>
              <a:t>Anchored to Oracle Field Service &amp; Fusion Apps — </a:t>
            </a:r>
            <a:r>
              <a:rPr sz="1150" b="0" i="0" dirty="0">
                <a:solidFill>
                  <a:srgbClr val="FFFFFF"/>
                </a:solidFill>
                <a:latin typeface="Replica LL TT"/>
              </a:rPr>
              <a:t>every optimization run</a:t>
            </a:r>
            <a:r>
              <a:rPr lang="en-US" sz="1150" b="0" i="0" dirty="0">
                <a:solidFill>
                  <a:srgbClr val="FFFFFF"/>
                </a:solidFill>
                <a:latin typeface="Replica LL TT"/>
              </a:rPr>
              <a:t>s in </a:t>
            </a:r>
            <a:r>
              <a:rPr lang="en-US" sz="1150" b="1" i="0" dirty="0">
                <a:solidFill>
                  <a:srgbClr val="F36849"/>
                </a:solidFill>
                <a:latin typeface="Replica LL TT"/>
              </a:rPr>
              <a:t>OCI dedicated GPU clusters,</a:t>
            </a:r>
            <a:r>
              <a:rPr lang="en-US" sz="1150" b="1" i="0" dirty="0">
                <a:solidFill>
                  <a:srgbClr val="F95050"/>
                </a:solidFill>
                <a:latin typeface="Replica LL TT"/>
              </a:rPr>
              <a:t> </a:t>
            </a:r>
            <a:r>
              <a:rPr sz="1150" b="0" i="0" dirty="0">
                <a:solidFill>
                  <a:srgbClr val="FFFFFF"/>
                </a:solidFill>
                <a:latin typeface="Replica LL TT"/>
              </a:rPr>
              <a:t>packaged so any Oracle account exec can sell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>
                <a:solidFill>
                  <a:srgbClr val="26282B"/>
                </a:solidFill>
                <a:latin typeface="Replica LL TT"/>
              </a:rPr>
              <a:t>VERTICAL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267712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36876" y="2267712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11196" y="2487168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dirty="0">
                <a:solidFill>
                  <a:srgbClr val="26282B"/>
                </a:solidFill>
                <a:latin typeface="Replica LL TT"/>
              </a:rPr>
              <a:t>Residential appliance &amp; white-goods repair</a:t>
            </a:r>
            <a:endParaRPr sz="1000" i="1" dirty="0">
              <a:solidFill>
                <a:srgbClr val="6B707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11196" y="3118104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11196" y="3236976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>Dispatch home-repair technicians by skill, spare parts and travel </a:t>
            </a:r>
            <a:r>
              <a:rPr lang="uk-UA" sz="1100" b="0" i="0" dirty="0">
                <a:solidFill>
                  <a:srgbClr val="6B7076"/>
                </a:solidFill>
                <a:latin typeface="Replica LL TT"/>
              </a:rPr>
              <a:t>-</a:t>
            </a:r>
            <a:r>
              <a:rPr sz="1100" b="0" i="0" dirty="0">
                <a:solidFill>
                  <a:srgbClr val="6B7076"/>
                </a:solidFill>
                <a:latin typeface="Replica LL TT"/>
              </a:rPr>
              <a:t> absorbing urgent call-outs and no-shows without re-planning the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267712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97596" y="2267712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1916" y="2487168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6282B"/>
                </a:solidFill>
                <a:latin typeface="Replica LL TT"/>
              </a:rPr>
              <a:t>Utilities — water · gas · electric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71916" y="3118104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1916" y="3236976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076"/>
                </a:solidFill>
                <a:latin typeface="Replica LL TT"/>
              </a:rPr>
              <a:t>Schedule field crews across service territories against SLAs, outage spikes and crew certifications, balancing planned and emergency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352544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36876" y="4352544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11196" y="4572000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6282B"/>
                </a:solidFill>
                <a:latin typeface="Replica LL TT"/>
              </a:rPr>
              <a:t>Telecom &amp; cable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1196" y="5202936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11196" y="5321808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076"/>
                </a:solidFill>
                <a:latin typeface="Replica LL TT"/>
              </a:rPr>
              <a:t>Route install-and-repair technicians to tight appointment windows across regions, matching line skills and cutting customer wait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352544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7596" y="4352544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1916" y="4572000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6282B"/>
                </a:solidFill>
                <a:latin typeface="Replica LL TT"/>
              </a:rPr>
              <a:t>Industrial · medical-device · IT equipment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1916" y="5202936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1916" y="5321808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>Allocate asset-based service engineers to contracted equipment by skill, SLA and location </a:t>
            </a:r>
            <a:r>
              <a:rPr lang="uk-UA" sz="1100" b="0" i="0" dirty="0">
                <a:solidFill>
                  <a:srgbClr val="6B7076"/>
                </a:solidFill>
                <a:latin typeface="Replica LL TT"/>
              </a:rPr>
              <a:t>-</a:t>
            </a:r>
            <a:r>
              <a:rPr sz="1100" b="0" i="0" dirty="0">
                <a:solidFill>
                  <a:srgbClr val="6B7076"/>
                </a:solidFill>
                <a:latin typeface="Replica LL TT"/>
              </a:rPr>
              <a:t> keeping high-value machines uptime-critical.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67712"/>
            <a:ext cx="2052828" cy="18288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ap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697480"/>
            <a:ext cx="969264" cy="96926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144768" y="2267712"/>
            <a:ext cx="2052828" cy="1828800"/>
          </a:xfrm>
          <a:prstGeom prst="rect">
            <a:avLst/>
          </a:prstGeom>
          <a:solidFill>
            <a:srgbClr val="12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uti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697480"/>
            <a:ext cx="969264" cy="96926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84048" y="4352544"/>
            <a:ext cx="2052828" cy="1828800"/>
          </a:xfrm>
          <a:prstGeom prst="rect">
            <a:avLst/>
          </a:prstGeom>
          <a:solidFill>
            <a:srgbClr val="12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tele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782312"/>
            <a:ext cx="969264" cy="96926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144768" y="4352544"/>
            <a:ext cx="2052828" cy="18288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equip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4782312"/>
            <a:ext cx="969264" cy="969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6751" y="1255847"/>
            <a:ext cx="8275249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 i="0" dirty="0">
                <a:solidFill>
                  <a:srgbClr val="26282B"/>
                </a:solidFill>
                <a:latin typeface="Replica LL TT"/>
              </a:rPr>
              <a:t>What if dispatchers reviewed the plan, not built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020" y="1952625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6B7076"/>
                </a:solidFill>
                <a:latin typeface="Replica LL TT"/>
              </a:rPr>
              <a:t>Work-zone optimization for field-service dispatchers </a:t>
            </a:r>
            <a:r>
              <a:rPr lang="uk-UA" sz="1300" b="0" i="0" dirty="0">
                <a:solidFill>
                  <a:srgbClr val="6B7076"/>
                </a:solidFill>
                <a:latin typeface="Replica LL TT"/>
              </a:rPr>
              <a:t>-</a:t>
            </a:r>
            <a:r>
              <a:rPr sz="1300" b="0" i="0" dirty="0">
                <a:solidFill>
                  <a:srgbClr val="6B7076"/>
                </a:solidFill>
                <a:latin typeface="Replica LL TT"/>
              </a:rPr>
              <a:t> NVIDIA </a:t>
            </a:r>
            <a:r>
              <a:rPr sz="1300" b="0" i="0" dirty="0" err="1">
                <a:solidFill>
                  <a:srgbClr val="6B7076"/>
                </a:solidFill>
                <a:latin typeface="Replica LL TT"/>
              </a:rPr>
              <a:t>cuOpt</a:t>
            </a:r>
            <a:r>
              <a:rPr sz="1300" b="0" i="0" dirty="0">
                <a:solidFill>
                  <a:srgbClr val="6B7076"/>
                </a:solidFill>
                <a:latin typeface="Replica LL TT"/>
              </a:rPr>
              <a:t> on Oracle OCI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732" y="2582420"/>
            <a:ext cx="5504688" cy="42062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8732" y="2600708"/>
            <a:ext cx="55046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Replica LL TT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732" y="3094484"/>
            <a:ext cx="5504688" cy="51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>Dispatchers maintain work zones and technician allocations by hand </a:t>
            </a:r>
            <a:r>
              <a:rPr lang="uk-UA" sz="1100" b="0" i="0" dirty="0">
                <a:solidFill>
                  <a:srgbClr val="6B7076"/>
                </a:solidFill>
                <a:latin typeface="Replica LL TT"/>
              </a:rPr>
              <a:t>-</a:t>
            </a:r>
            <a:r>
              <a:rPr sz="1100" b="0" i="0" dirty="0">
                <a:solidFill>
                  <a:srgbClr val="6B7076"/>
                </a:solidFill>
                <a:latin typeface="Replica LL TT"/>
              </a:rPr>
              <a:t> region by region, juggling ZIP-code coverage, skills, working days and absences, with little room to optimize.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4900" y="2582420"/>
            <a:ext cx="5504688" cy="420624"/>
          </a:xfrm>
          <a:prstGeom prst="rect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4900" y="2600708"/>
            <a:ext cx="55046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Replica LL TT"/>
              </a:rPr>
              <a:t>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4900" y="3094484"/>
            <a:ext cx="5504688" cy="51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>The dispatcher uploads the period's data, runs </a:t>
            </a:r>
            <a:r>
              <a:rPr sz="1100" b="0" i="0" dirty="0" err="1">
                <a:solidFill>
                  <a:srgbClr val="6B7076"/>
                </a:solidFill>
                <a:latin typeface="Replica LL TT"/>
              </a:rPr>
              <a:t>cuOpt</a:t>
            </a:r>
            <a:r>
              <a:rPr sz="1100" b="0" i="0" dirty="0">
                <a:solidFill>
                  <a:srgbClr val="6B7076"/>
                </a:solidFill>
                <a:latin typeface="Replica LL TT"/>
              </a:rPr>
              <a:t> on OCI, and reviews the optimized allocation on a live map </a:t>
            </a:r>
            <a:r>
              <a:rPr lang="uk-UA" sz="1100" dirty="0">
                <a:solidFill>
                  <a:srgbClr val="6B7076"/>
                </a:solidFill>
                <a:latin typeface="Replica LL TT"/>
              </a:rPr>
              <a:t>-</a:t>
            </a:r>
            <a:r>
              <a:rPr sz="1100" b="0" i="0" dirty="0">
                <a:solidFill>
                  <a:srgbClr val="6B7076"/>
                </a:solidFill>
                <a:latin typeface="Replica LL TT"/>
              </a:rPr>
              <a:t> comparing, approving or re-running before export to Oracle Field Service.</a:t>
            </a:r>
            <a:r>
              <a:rPr lang="en-US" sz="1100" b="0" i="0" dirty="0">
                <a:solidFill>
                  <a:srgbClr val="6B7076"/>
                </a:solidFill>
                <a:latin typeface="Replica LL TT"/>
              </a:rPr>
              <a:t> The model finds the most optimal schedules, maximizing KPIs.</a:t>
            </a:r>
            <a:endParaRPr sz="1100" b="0" i="0" dirty="0">
              <a:solidFill>
                <a:srgbClr val="6B7076"/>
              </a:solidFill>
              <a:latin typeface="Replica LL TT"/>
            </a:endParaRPr>
          </a:p>
        </p:txBody>
      </p:sp>
      <p:pic>
        <p:nvPicPr>
          <p:cNvPr id="17" name="Pic">
            <a:extLst>
              <a:ext uri="{FF2B5EF4-FFF2-40B4-BE49-F238E27FC236}">
                <a16:creationId xmlns:a16="http://schemas.microsoft.com/office/drawing/2014/main" id="{FB6BEF3F-34B8-032B-5515-FB80AA778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51" y="1058191"/>
            <a:ext cx="3000000" cy="675000"/>
          </a:xfrm>
          <a:prstGeom prst="rect">
            <a:avLst/>
          </a:prstGeom>
        </p:spPr>
      </p:pic>
      <p:pic>
        <p:nvPicPr>
          <p:cNvPr id="3" name="Picture 2" descr="672 Spreadsheet Stress Royalty-Free Images, Stock Photos &amp; Pictures |  Shutterstock">
            <a:extLst>
              <a:ext uri="{FF2B5EF4-FFF2-40B4-BE49-F238E27FC236}">
                <a16:creationId xmlns:a16="http://schemas.microsoft.com/office/drawing/2014/main" id="{AA4194F6-0D00-5207-5622-3BCDE7FE0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18" b="22700"/>
          <a:stretch>
            <a:fillRect/>
          </a:stretch>
        </p:blipFill>
        <p:spPr>
          <a:xfrm>
            <a:off x="384048" y="3814571"/>
            <a:ext cx="5504688" cy="2330197"/>
          </a:xfrm>
          <a:prstGeom prst="rect">
            <a:avLst/>
          </a:prstGeom>
        </p:spPr>
      </p:pic>
      <p:pic>
        <p:nvPicPr>
          <p:cNvPr id="4" name="Picture 3" descr="The need to 'work happy' – Computerworld">
            <a:extLst>
              <a:ext uri="{FF2B5EF4-FFF2-40B4-BE49-F238E27FC236}">
                <a16:creationId xmlns:a16="http://schemas.microsoft.com/office/drawing/2014/main" id="{8D6B6E28-AD5F-6464-07FA-AD23FCBFC9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036" b="22467"/>
          <a:stretch>
            <a:fillRect/>
          </a:stretch>
        </p:blipFill>
        <p:spPr>
          <a:xfrm>
            <a:off x="6300216" y="3813049"/>
            <a:ext cx="5504688" cy="2330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18DC36-E55B-1AFC-5B38-3EF4061512DA}"/>
              </a:ext>
            </a:extLst>
          </p:cNvPr>
          <p:cNvSpPr txBox="1"/>
          <p:nvPr/>
        </p:nvSpPr>
        <p:spPr>
          <a:xfrm>
            <a:off x="332893" y="2178651"/>
            <a:ext cx="609750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dirty="0">
                <a:solidFill>
                  <a:srgbClr val="6B7076"/>
                </a:solidFill>
                <a:latin typeface="Replica LL TT"/>
              </a:rPr>
              <a:t>Vertical case: residential appliance &amp; white-goods repair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pic>
        <p:nvPicPr>
          <p:cNvPr id="30" name="Pic">
            <a:extLst>
              <a:ext uri="{FF2B5EF4-FFF2-40B4-BE49-F238E27FC236}">
                <a16:creationId xmlns:a16="http://schemas.microsoft.com/office/drawing/2014/main" id="{EC013DDC-31A8-D33E-C64C-5D78648D9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51" y="1058191"/>
            <a:ext cx="3000000" cy="675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8199" y="1065412"/>
            <a:ext cx="6735699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26282B"/>
                </a:solidFill>
                <a:latin typeface="Replica LL TT"/>
              </a:rPr>
              <a:t>A 4-week plan, optimized in </a:t>
            </a:r>
            <a:r>
              <a:rPr lang="en-US" sz="2300" b="1" i="0" dirty="0">
                <a:solidFill>
                  <a:srgbClr val="26282B"/>
                </a:solidFill>
                <a:latin typeface="Replica LL TT"/>
              </a:rPr>
              <a:t>~30 </a:t>
            </a:r>
            <a:r>
              <a:rPr sz="2300" b="1" i="0" dirty="0">
                <a:solidFill>
                  <a:srgbClr val="26282B"/>
                </a:solidFill>
                <a:latin typeface="Replica LL TT"/>
              </a:rPr>
              <a:t>minutes</a:t>
            </a:r>
            <a:r>
              <a:rPr lang="en-US" sz="2300" b="1" i="0" dirty="0">
                <a:solidFill>
                  <a:srgbClr val="26282B"/>
                </a:solidFill>
                <a:latin typeface="Replica LL TT"/>
              </a:rPr>
              <a:t>, with measurable productivity gains</a:t>
            </a:r>
            <a:endParaRPr sz="2300" b="1" i="0" dirty="0">
              <a:solidFill>
                <a:srgbClr val="26282B"/>
              </a:solidFill>
              <a:latin typeface="Replica LL T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84048" y="2203385"/>
            <a:ext cx="3618739" cy="676656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310522"/>
            <a:ext cx="249859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 dirty="0">
                <a:solidFill>
                  <a:srgbClr val="1485C3"/>
                </a:solidFill>
                <a:latin typeface="Replica LL TT"/>
              </a:rPr>
              <a:t>2 days -&gt; 30 minutes</a:t>
            </a:r>
            <a:endParaRPr sz="1900" b="1" i="0" dirty="0">
              <a:solidFill>
                <a:srgbClr val="1485C3"/>
              </a:solidFill>
              <a:latin typeface="Replica LL T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2639706"/>
            <a:ext cx="3185160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50" b="0" i="0" dirty="0">
                <a:solidFill>
                  <a:srgbClr val="6B7076"/>
                </a:solidFill>
                <a:latin typeface="Replica LL TT"/>
              </a:rPr>
              <a:t>to optimize </a:t>
            </a:r>
            <a:r>
              <a:rPr lang="en-US" sz="850" b="0" i="0" dirty="0">
                <a:solidFill>
                  <a:srgbClr val="6B7076"/>
                </a:solidFill>
                <a:latin typeface="Replica LL TT"/>
              </a:rPr>
              <a:t>and approve </a:t>
            </a:r>
            <a:r>
              <a:rPr sz="850" b="0" i="0" dirty="0">
                <a:solidFill>
                  <a:srgbClr val="6B7076"/>
                </a:solidFill>
                <a:latin typeface="Replica LL TT"/>
              </a:rPr>
              <a:t>a region's plan</a:t>
            </a:r>
            <a:r>
              <a:rPr lang="en-US" sz="850" dirty="0">
                <a:solidFill>
                  <a:srgbClr val="6B7076"/>
                </a:solidFill>
                <a:latin typeface="Replica LL TT"/>
              </a:rPr>
              <a:t> for </a:t>
            </a:r>
            <a:r>
              <a:rPr sz="850" b="0" i="0" dirty="0">
                <a:solidFill>
                  <a:srgbClr val="6B7076"/>
                </a:solidFill>
                <a:latin typeface="Replica LL TT"/>
              </a:rPr>
              <a:t>up to 4 weeks ahead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2721" y="2212769"/>
            <a:ext cx="3618739" cy="676656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9307" y="2310522"/>
            <a:ext cx="249859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485C3"/>
                </a:solidFill>
                <a:latin typeface="Replica LL TT"/>
              </a:rPr>
              <a:t>up to +</a:t>
            </a:r>
            <a:r>
              <a:rPr lang="en-US" sz="1900" b="1" i="0" dirty="0">
                <a:solidFill>
                  <a:srgbClr val="1485C3"/>
                </a:solidFill>
                <a:latin typeface="Replica LL TT"/>
              </a:rPr>
              <a:t>26</a:t>
            </a:r>
            <a:r>
              <a:rPr sz="1900" b="1" i="0" dirty="0">
                <a:solidFill>
                  <a:srgbClr val="1485C3"/>
                </a:solidFill>
                <a:latin typeface="Replica LL TT"/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9306" y="2639706"/>
            <a:ext cx="3502154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n-US" sz="850" b="0" i="0" dirty="0">
                <a:solidFill>
                  <a:srgbClr val="6B7076"/>
                </a:solidFill>
                <a:latin typeface="Replica LL TT"/>
              </a:rPr>
              <a:t>productivity</a:t>
            </a:r>
            <a:r>
              <a:rPr sz="850" b="0" i="0" dirty="0">
                <a:solidFill>
                  <a:srgbClr val="6B7076"/>
                </a:solidFill>
                <a:latin typeface="Replica LL TT"/>
              </a:rPr>
              <a:t> gain on the PoV data</a:t>
            </a:r>
            <a:r>
              <a:rPr lang="en-US" sz="850" b="0" i="0" dirty="0">
                <a:solidFill>
                  <a:srgbClr val="6B7076"/>
                </a:solidFill>
                <a:latin typeface="Replica LL TT"/>
              </a:rPr>
              <a:t> across the US, UK and Netherlands</a:t>
            </a:r>
            <a:endParaRPr sz="850" b="0" i="0" dirty="0">
              <a:solidFill>
                <a:srgbClr val="6B7076"/>
              </a:solidFill>
              <a:latin typeface="Replica LL TT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186165" y="2212769"/>
            <a:ext cx="3618739" cy="676656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5800" y="2300286"/>
            <a:ext cx="33070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1" dirty="0">
                <a:solidFill>
                  <a:srgbClr val="1485C3"/>
                </a:solidFill>
                <a:latin typeface="Replica LL TT"/>
              </a:rPr>
              <a:t>€190,000 saved monthly </a:t>
            </a:r>
            <a:endParaRPr sz="1900" b="1" dirty="0">
              <a:solidFill>
                <a:srgbClr val="1485C3"/>
              </a:solidFill>
              <a:latin typeface="Replica LL T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05800" y="2629470"/>
            <a:ext cx="3307080" cy="25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n-US" sz="850" dirty="0">
                <a:solidFill>
                  <a:srgbClr val="6B7076"/>
                </a:solidFill>
                <a:latin typeface="Replica LL TT"/>
              </a:rPr>
              <a:t>Estimated productivity gain upon full launch estimated by the cost of additional staffing</a:t>
            </a:r>
            <a:endParaRPr sz="850" b="0" i="0" dirty="0">
              <a:solidFill>
                <a:srgbClr val="6B7076"/>
              </a:solidFill>
              <a:latin typeface="Replica LL TT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4048" y="3054096"/>
            <a:ext cx="5504688" cy="329184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306323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>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383279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" y="3474720"/>
            <a:ext cx="5193792" cy="58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>Bosch dispatchers plan a residential appliance-repair field force by hand </a:t>
            </a:r>
            <a:r>
              <a:rPr lang="uk-UA" sz="950" b="0" i="0" dirty="0">
                <a:solidFill>
                  <a:srgbClr val="26282B"/>
                </a:solidFill>
                <a:latin typeface="Replica LL TT"/>
              </a:rPr>
              <a:t>-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 maintaining work zones (ZIP-code areas) and technician allocations region by region. Effort-intensive, with limited headroom on the three KPIs that matter: technician productivity, capacity utilization and customer waiting time.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3054096"/>
            <a:ext cx="5504688" cy="329184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306323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>SOLUTION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216" y="3383279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3474720"/>
            <a:ext cx="5193792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>A dispatcher app powered by NVIDIA </a:t>
            </a:r>
            <a:r>
              <a:rPr sz="950" b="0" i="0" dirty="0" err="1">
                <a:solidFill>
                  <a:srgbClr val="26282B"/>
                </a:solidFill>
                <a:latin typeface="Replica LL TT"/>
              </a:rPr>
              <a:t>cuOpt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 on Oracle OCI. </a:t>
            </a:r>
            <a:r>
              <a:rPr lang="en-US" sz="950" dirty="0">
                <a:solidFill>
                  <a:srgbClr val="26282B"/>
                </a:solidFill>
                <a:latin typeface="Replica LL TT"/>
              </a:rPr>
              <a:t>Availability data constantly uploaded from Oracle Field Service; dispatcher 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runs the optimizer (up to 4 weeks, one region), then reviews the proposed work-zone allocation on a map </a:t>
            </a:r>
            <a:r>
              <a:rPr lang="uk-UA" sz="950" b="0" i="0" dirty="0">
                <a:solidFill>
                  <a:srgbClr val="26282B"/>
                </a:solidFill>
                <a:latin typeface="Replica LL TT"/>
              </a:rPr>
              <a:t>-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 comparing against the original and approving, rejecting or re-running before export to Oracle Field Service.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 </a:t>
            </a:r>
            <a:r>
              <a:rPr lang="en-US" sz="950" dirty="0">
                <a:solidFill>
                  <a:srgbClr val="26282B"/>
                </a:solidFill>
                <a:latin typeface="Replica LL TT"/>
              </a:rPr>
              <a:t>Optimizer self-improves from the dispatcher feedback to increase planning efficiency over time.</a:t>
            </a:r>
            <a:endParaRPr sz="950" b="0" i="0" dirty="0">
              <a:solidFill>
                <a:srgbClr val="26282B"/>
              </a:solidFill>
              <a:latin typeface="Replica LL T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84048" y="4334255"/>
            <a:ext cx="5504688" cy="32918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434339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Replica LL TT"/>
              </a:rPr>
              <a:t>VALUE FOR ORACLE + NVIDIA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4663440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" y="4754879"/>
            <a:ext cx="5193792" cy="58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>Attaches recurring OCI GPU consumption </a:t>
            </a:r>
            <a:r>
              <a:rPr lang="uk-UA" sz="950" b="0" i="0" dirty="0">
                <a:solidFill>
                  <a:srgbClr val="26282B"/>
                </a:solidFill>
                <a:latin typeface="Replica LL TT"/>
              </a:rPr>
              <a:t>-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 </a:t>
            </a:r>
            <a:r>
              <a:rPr sz="950" b="0" i="0" dirty="0" err="1">
                <a:solidFill>
                  <a:srgbClr val="26282B"/>
                </a:solidFill>
                <a:latin typeface="Replica LL TT"/>
              </a:rPr>
              <a:t>cuOpt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 on OCI GPUs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 </a:t>
            </a:r>
            <a:r>
              <a:rPr lang="uk-UA" sz="950" dirty="0">
                <a:solidFill>
                  <a:srgbClr val="26282B"/>
                </a:solidFill>
                <a:latin typeface="Replica LL TT"/>
              </a:rPr>
              <a:t>-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 to an existing Oracle Field Service (Fusion) account, net-new on top of the SaaS seat. 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The 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workforce-optimization pack 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is repeatable across different verticals among OFS customers with heavy centralized workforce optimization routine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, pulling 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OCI + GPU 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as a joint co-sell.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0216" y="4334255"/>
            <a:ext cx="5504688" cy="32918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46520" y="434339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>VALUE FOR CLIENT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0216" y="4663440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55664" y="4754879"/>
            <a:ext cx="5193792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>Dispatchers move from building schedules by hand to reviewing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, 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approving 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a suggested </a:t>
            </a:r>
            <a:r>
              <a:rPr sz="950" b="0" i="0" dirty="0">
                <a:solidFill>
                  <a:srgbClr val="26282B"/>
                </a:solidFill>
                <a:latin typeface="Replica LL TT"/>
              </a:rPr>
              <a:t>plan. A region's 4-week allocation is optimized in ~15 minutes, capacity utilization improves up to ~5% on the evaluated data,</a:t>
            </a:r>
            <a:r>
              <a:rPr lang="en-US" sz="950" b="0" i="0" dirty="0">
                <a:solidFill>
                  <a:srgbClr val="26282B"/>
                </a:solidFill>
                <a:latin typeface="Replica LL TT"/>
              </a:rPr>
              <a:t> the planning processes meets all the rules and guardrails by design, whil</a:t>
            </a:r>
            <a:r>
              <a:rPr lang="en-US" sz="950" dirty="0">
                <a:solidFill>
                  <a:srgbClr val="26282B"/>
                </a:solidFill>
                <a:latin typeface="Replica LL TT"/>
              </a:rPr>
              <a:t>e wait times meet or exceed the target baselines. Human feedback drives model re-optimization and planning efficiency improvement over time.</a:t>
            </a:r>
            <a:endParaRPr sz="950" b="0" i="0" dirty="0">
              <a:solidFill>
                <a:srgbClr val="26282B"/>
              </a:solidFill>
              <a:latin typeface="Replica LL T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84048" y="5632703"/>
            <a:ext cx="11420856" cy="42062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754529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Replica LL TT"/>
              </a:rPr>
              <a:t>Every job runs on </a:t>
            </a:r>
            <a:r>
              <a:rPr sz="1150" b="1" dirty="0">
                <a:solidFill>
                  <a:schemeClr val="bg1"/>
                </a:solidFill>
                <a:latin typeface="Replica LL TT"/>
              </a:rPr>
              <a:t>Oracle + NVIDIA </a:t>
            </a:r>
            <a:r>
              <a:rPr lang="uk-UA" sz="1150" b="1" dirty="0">
                <a:solidFill>
                  <a:srgbClr val="FFFFFF"/>
                </a:solidFill>
                <a:latin typeface="Replica LL TT"/>
              </a:rPr>
              <a:t>-</a:t>
            </a:r>
            <a:r>
              <a:rPr sz="1150" b="1" dirty="0">
                <a:solidFill>
                  <a:srgbClr val="FFFFFF"/>
                </a:solidFill>
                <a:latin typeface="Replica LL TT"/>
              </a:rPr>
              <a:t> driving</a:t>
            </a:r>
            <a:r>
              <a:rPr lang="en-US" sz="1150" b="1" dirty="0">
                <a:solidFill>
                  <a:srgbClr val="FFFFFF"/>
                </a:solidFill>
                <a:latin typeface="Replica LL TT"/>
              </a:rPr>
              <a:t> </a:t>
            </a:r>
            <a:r>
              <a:rPr sz="1150" b="1" dirty="0">
                <a:solidFill>
                  <a:srgbClr val="F36849"/>
                </a:solidFill>
                <a:latin typeface="Replica LL TT"/>
              </a:rPr>
              <a:t>OCI consumption </a:t>
            </a:r>
            <a:r>
              <a:rPr lang="en-US" sz="1150" b="1" dirty="0">
                <a:solidFill>
                  <a:srgbClr val="F36849"/>
                </a:solidFill>
                <a:latin typeface="Replica LL TT"/>
              </a:rPr>
              <a:t>(dedicated GPU clusters)</a:t>
            </a:r>
            <a:r>
              <a:rPr lang="en-US" sz="1150" b="1" dirty="0">
                <a:solidFill>
                  <a:srgbClr val="FFFFFF"/>
                </a:solidFill>
                <a:latin typeface="Replica LL TT"/>
              </a:rPr>
              <a:t> </a:t>
            </a:r>
            <a:r>
              <a:rPr sz="1150" b="1" dirty="0">
                <a:solidFill>
                  <a:srgbClr val="FFFFFF"/>
                </a:solidFill>
                <a:latin typeface="Replica LL TT"/>
              </a:rPr>
              <a:t>at global scale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6089903"/>
            <a:ext cx="1142085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 dirty="0">
                <a:solidFill>
                  <a:srgbClr val="6B7076"/>
                </a:solidFill>
                <a:latin typeface="Replica LL TT"/>
              </a:rPr>
              <a:t>KPIs measured before/after — productivity, capacity utilization, customer waiting time. PoV figures across US/UK/NL data; illustrative, not contractual.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>
                <a:solidFill>
                  <a:srgbClr val="26282B"/>
                </a:solidFill>
                <a:latin typeface="Replica LL TT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2048255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 dirty="0">
                <a:solidFill>
                  <a:srgbClr val="6B7076"/>
                </a:solidFill>
                <a:latin typeface="Replica LL TT"/>
              </a:rPr>
              <a:t>How the workforce-optimization accelerator is layered — infrastructure to packaged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39"/>
            <a:ext cx="10469880" cy="1078992"/>
          </a:xfrm>
          <a:prstGeom prst="roundRect">
            <a:avLst>
              <a:gd name="adj" fmla="val 5000"/>
            </a:avLst>
          </a:prstGeom>
          <a:solidFill>
            <a:srgbClr val="1485C3"/>
          </a:solidFill>
          <a:ln w="31750">
            <a:solidFill>
              <a:srgbClr val="0E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770632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FFFFFF"/>
                </a:solidFill>
                <a:latin typeface="Replica LL TT"/>
              </a:rPr>
              <a:t>Business application</a:t>
            </a:r>
          </a:p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FFFFFF"/>
                </a:solidFill>
                <a:latin typeface="Replica LL TT"/>
              </a:rPr>
              <a:t>Packaged app + tailored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807208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3831335"/>
            <a:ext cx="10469880" cy="1078992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995927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Replica LL TT"/>
              </a:rPr>
              <a:t>NVIDIA cuOpt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Replica LL TT"/>
              </a:rPr>
              <a:t>GPU-accelerated optimization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032503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3977639"/>
            <a:ext cx="4617720" cy="8046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Replica LL TT"/>
              </a:rPr>
              <a:t>GPU-accelerated solver for large-scale workforce &amp; route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4178807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59FDD"/>
                </a:solidFill>
                <a:latin typeface="Replica LL TT"/>
              </a:rPr>
              <a:t>NVIDIA</a:t>
            </a:r>
            <a:endParaRPr sz="1000" b="1" i="0" dirty="0">
              <a:solidFill>
                <a:srgbClr val="459FDD"/>
              </a:solidFill>
              <a:latin typeface="Replica LL T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5056631"/>
            <a:ext cx="10469880" cy="1078992"/>
          </a:xfrm>
          <a:prstGeom prst="roundRect">
            <a:avLst>
              <a:gd name="adj" fmla="val 5000"/>
            </a:avLst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221223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Replica LL TT"/>
              </a:rPr>
              <a:t>Infrastructure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Replica LL TT"/>
              </a:rPr>
              <a:t>OCI + GPUs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5257799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5202936"/>
            <a:ext cx="4617720" cy="8046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Replica LL TT"/>
              </a:rPr>
              <a:t>Oracle OCI with NVIDIA GPUs — compute, storage, networking,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5404103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44515A"/>
                </a:solidFill>
                <a:latin typeface="Replica LL TT"/>
              </a:rPr>
              <a:t>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331720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5E8A"/>
                </a:solidFill>
                <a:latin typeface="Replica LL TT"/>
              </a:rPr>
              <a:t>▲ business value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211567-61D9-4FB4-EC44-66D87251A2CA}"/>
              </a:ext>
            </a:extLst>
          </p:cNvPr>
          <p:cNvCxnSpPr>
            <a:cxnSpLocks/>
          </p:cNvCxnSpPr>
          <p:nvPr/>
        </p:nvCxnSpPr>
        <p:spPr>
          <a:xfrm flipV="1">
            <a:off x="521208" y="2606039"/>
            <a:ext cx="0" cy="35295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24528" y="2724910"/>
            <a:ext cx="3401567" cy="841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2816351"/>
            <a:ext cx="3072383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485C3"/>
                </a:solidFill>
                <a:latin typeface="Replica LL TT"/>
              </a:rPr>
              <a:t>Oracle AI accelerator pack</a:t>
            </a:r>
            <a:r>
              <a:rPr sz="750" b="1" i="0" dirty="0">
                <a:solidFill>
                  <a:srgbClr val="44515A"/>
                </a:solidFill>
                <a:latin typeface="Replica LL TT"/>
              </a:rPr>
              <a:t>   </a:t>
            </a:r>
            <a:endParaRPr lang="en-US" sz="750" b="1" i="0" dirty="0">
              <a:solidFill>
                <a:srgbClr val="44515A"/>
              </a:solidFill>
              <a:latin typeface="Replica LL TT"/>
            </a:endParaRPr>
          </a:p>
          <a:p>
            <a:pPr algn="l"/>
            <a:r>
              <a:rPr sz="750" b="1" i="0" dirty="0">
                <a:solidFill>
                  <a:srgbClr val="44515A"/>
                </a:solidFill>
                <a:latin typeface="Replica LL TT"/>
              </a:rPr>
              <a:t>ORACLE </a:t>
            </a:r>
            <a:r>
              <a:rPr lang="en-US" sz="750" b="1" dirty="0">
                <a:solidFill>
                  <a:srgbClr val="44515A"/>
                </a:solidFill>
                <a:latin typeface="Replica LL TT"/>
              </a:rPr>
              <a:t>/ </a:t>
            </a:r>
            <a:r>
              <a:rPr sz="750" b="1" i="0" dirty="0">
                <a:solidFill>
                  <a:srgbClr val="44515A"/>
                </a:solidFill>
                <a:latin typeface="Replica LL TT"/>
              </a:rPr>
              <a:t>SOFTSERVE</a:t>
            </a:r>
            <a:r>
              <a:rPr lang="en-US" sz="750" b="1" i="0" dirty="0">
                <a:solidFill>
                  <a:srgbClr val="44515A"/>
                </a:solidFill>
                <a:latin typeface="Replica LL TT"/>
              </a:rPr>
              <a:t>-ENHANCED</a:t>
            </a:r>
            <a:endParaRPr sz="750" b="1" i="0" dirty="0">
              <a:solidFill>
                <a:srgbClr val="44515A"/>
              </a:solidFill>
              <a:latin typeface="Replica LL T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0" y="3182110"/>
            <a:ext cx="32369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6B7076"/>
                </a:solidFill>
                <a:latin typeface="Replica LL TT"/>
              </a:rPr>
              <a:t>Pre-built, reusable pack for workforce-optimization use cases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724910"/>
            <a:ext cx="3401567" cy="841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36992" y="2816351"/>
            <a:ext cx="3072383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485C3"/>
                </a:solidFill>
                <a:latin typeface="Replica LL TT"/>
              </a:rPr>
              <a:t>Tailored solution</a:t>
            </a:r>
            <a:r>
              <a:rPr sz="750" b="1" i="0" dirty="0">
                <a:solidFill>
                  <a:srgbClr val="44515A"/>
                </a:solidFill>
                <a:latin typeface="Replica LL TT"/>
              </a:rPr>
              <a:t>   </a:t>
            </a:r>
            <a:endParaRPr lang="en-US" sz="750" b="1" i="0" dirty="0">
              <a:solidFill>
                <a:srgbClr val="44515A"/>
              </a:solidFill>
              <a:latin typeface="Replica LL TT"/>
            </a:endParaRPr>
          </a:p>
          <a:p>
            <a:pPr algn="l"/>
            <a:r>
              <a:rPr sz="750" b="1" i="0" dirty="0">
                <a:solidFill>
                  <a:srgbClr val="44515A"/>
                </a:solidFill>
                <a:latin typeface="Replica LL TT"/>
              </a:rPr>
              <a:t>SOFTSERVE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D9975E-978E-C06D-184D-2F528FF3DBC6}"/>
              </a:ext>
            </a:extLst>
          </p:cNvPr>
          <p:cNvSpPr/>
          <p:nvPr/>
        </p:nvSpPr>
        <p:spPr>
          <a:xfrm>
            <a:off x="7897370" y="3132801"/>
            <a:ext cx="1005837" cy="38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6B7076"/>
                </a:solidFill>
                <a:latin typeface="Replica LL TT"/>
              </a:rPr>
              <a:t>Proof of value</a:t>
            </a:r>
          </a:p>
          <a:p>
            <a:pPr algn="ctr"/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B7076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>(real data, limited core rules -&gt; prove KPIs)</a:t>
            </a:r>
            <a:endParaRPr sz="800" dirty="0">
              <a:solidFill>
                <a:srgbClr val="6B7076"/>
              </a:solidFill>
              <a:latin typeface="Replica LL TT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200007-98F6-49D0-7CD4-4CEF2A4766B3}"/>
              </a:ext>
            </a:extLst>
          </p:cNvPr>
          <p:cNvSpPr/>
          <p:nvPr/>
        </p:nvSpPr>
        <p:spPr>
          <a:xfrm>
            <a:off x="8970264" y="3132769"/>
            <a:ext cx="1005837" cy="3850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6B7076"/>
                </a:solidFill>
                <a:latin typeface="Replica LL TT"/>
              </a:rPr>
              <a:t>Integration </a:t>
            </a:r>
            <a:br>
              <a:rPr lang="en-US" sz="800" dirty="0">
                <a:solidFill>
                  <a:srgbClr val="6B7076"/>
                </a:solidFill>
                <a:latin typeface="Replica LL TT"/>
              </a:rPr>
            </a:br>
            <a:r>
              <a:rPr lang="en-US" sz="600" dirty="0">
                <a:solidFill>
                  <a:srgbClr val="6B7076"/>
                </a:solidFill>
                <a:latin typeface="Replica LL TT"/>
              </a:rPr>
              <a:t>(OFS + additional data sources &amp; destinations)</a:t>
            </a:r>
            <a:endParaRPr sz="800" dirty="0">
              <a:solidFill>
                <a:srgbClr val="6B7076"/>
              </a:solidFill>
              <a:latin typeface="Replica LL TT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5869E3-A820-F86D-0592-23EC195892F7}"/>
              </a:ext>
            </a:extLst>
          </p:cNvPr>
          <p:cNvSpPr/>
          <p:nvPr/>
        </p:nvSpPr>
        <p:spPr>
          <a:xfrm>
            <a:off x="10027194" y="3127026"/>
            <a:ext cx="1088135" cy="3850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6B7076"/>
                </a:solidFill>
                <a:latin typeface="Replica LL TT"/>
              </a:rPr>
              <a:t>Scaling </a:t>
            </a:r>
            <a:br>
              <a:rPr lang="en-US" sz="800" dirty="0">
                <a:solidFill>
                  <a:srgbClr val="6B7076"/>
                </a:solidFill>
                <a:latin typeface="Replica LL TT"/>
              </a:rPr>
            </a:br>
            <a:r>
              <a:rPr lang="en-US" sz="600" dirty="0">
                <a:solidFill>
                  <a:srgbClr val="6B7076"/>
                </a:solidFill>
                <a:latin typeface="Replica LL TT"/>
              </a:rPr>
              <a:t>(Advanced / multi-region workflows and rules)</a:t>
            </a:r>
            <a:endParaRPr sz="800" dirty="0">
              <a:solidFill>
                <a:srgbClr val="6B7076"/>
              </a:solidFill>
              <a:latin typeface="Replica LL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14BB-C1A0-050A-C381-C6D43CD2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C21697-D0F8-CCC0-A0FE-B9B39E8FC715}"/>
              </a:ext>
            </a:extLst>
          </p:cNvPr>
          <p:cNvSpPr/>
          <p:nvPr/>
        </p:nvSpPr>
        <p:spPr>
          <a:xfrm>
            <a:off x="4901503" y="2330704"/>
            <a:ext cx="6683656" cy="3236976"/>
          </a:xfrm>
          <a:prstGeom prst="roundRect">
            <a:avLst>
              <a:gd name="adj" fmla="val 5000"/>
            </a:avLst>
          </a:prstGeom>
          <a:noFill/>
          <a:ln>
            <a:solidFill>
              <a:srgbClr val="435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5BCD8-38FC-42AB-0369-3E640D8EBE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01132B-2CF0-9CE4-D884-A450DB26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lang="en-US" sz="2400" b="1" i="0" dirty="0">
                <a:solidFill>
                  <a:srgbClr val="26282B"/>
                </a:solidFill>
                <a:latin typeface="Replica LL TT"/>
              </a:rPr>
              <a:t>Architecture</a:t>
            </a:r>
            <a:endParaRPr sz="2400" b="1" i="0" dirty="0">
              <a:solidFill>
                <a:srgbClr val="26282B"/>
              </a:solidFill>
              <a:latin typeface="Replica LL T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F9B387-1DB9-32BF-EDAE-7D7E68EDB466}"/>
              </a:ext>
            </a:extLst>
          </p:cNvPr>
          <p:cNvGrpSpPr/>
          <p:nvPr/>
        </p:nvGrpSpPr>
        <p:grpSpPr>
          <a:xfrm>
            <a:off x="5717759" y="3757446"/>
            <a:ext cx="5428777" cy="779615"/>
            <a:chOff x="3429000" y="4176432"/>
            <a:chExt cx="6419378" cy="779615"/>
          </a:xfrm>
          <a:solidFill>
            <a:schemeClr val="accent6"/>
          </a:solidFill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65D0750-9D8E-047C-4F01-8F585C72CCA8}"/>
                </a:ext>
              </a:extLst>
            </p:cNvPr>
            <p:cNvSpPr/>
            <p:nvPr/>
          </p:nvSpPr>
          <p:spPr>
            <a:xfrm>
              <a:off x="3429000" y="4197096"/>
              <a:ext cx="6419378" cy="758951"/>
            </a:xfrm>
            <a:prstGeom prst="roundRect">
              <a:avLst>
                <a:gd name="adj" fmla="val 50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54864" bIns="54864" rtlCol="0" anchor="ctr"/>
            <a:lstStyle/>
            <a:p>
              <a:pPr algn="ctr"/>
              <a:endParaRPr dirty="0">
                <a:solidFill>
                  <a:srgbClr val="43515A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9B7A19-EA51-7429-60A5-394B6EBAA14C}"/>
                </a:ext>
              </a:extLst>
            </p:cNvPr>
            <p:cNvSpPr txBox="1"/>
            <p:nvPr/>
          </p:nvSpPr>
          <p:spPr>
            <a:xfrm>
              <a:off x="3429000" y="4176432"/>
              <a:ext cx="6419378" cy="752183"/>
            </a:xfrm>
            <a:prstGeom prst="rect">
              <a:avLst/>
            </a:prstGeom>
            <a:grp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500" b="1" i="0" dirty="0">
                  <a:solidFill>
                    <a:srgbClr val="43515A"/>
                  </a:solidFill>
                  <a:latin typeface="Replica LL TT"/>
                </a:rPr>
                <a:t>NVIDIA </a:t>
              </a:r>
              <a:r>
                <a:rPr sz="1500" b="1" i="0" dirty="0" err="1">
                  <a:solidFill>
                    <a:srgbClr val="43515A"/>
                  </a:solidFill>
                  <a:latin typeface="Replica LL TT"/>
                </a:rPr>
                <a:t>cuOpt</a:t>
              </a:r>
              <a:endParaRPr lang="en-US" sz="1500" b="1" dirty="0">
                <a:solidFill>
                  <a:srgbClr val="43515A"/>
                </a:solidFill>
                <a:latin typeface="Replica LL TT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50" b="0" i="0" dirty="0">
                  <a:solidFill>
                    <a:srgbClr val="43515A"/>
                  </a:solidFill>
                  <a:latin typeface="Replica LL TT"/>
                </a:rPr>
                <a:t>GPU-accelerated optimization engine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222D127-BA19-175A-869A-622CA7CD15A5}"/>
              </a:ext>
            </a:extLst>
          </p:cNvPr>
          <p:cNvSpPr txBox="1"/>
          <p:nvPr/>
        </p:nvSpPr>
        <p:spPr>
          <a:xfrm>
            <a:off x="5260559" y="4717287"/>
            <a:ext cx="45265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i="0" dirty="0">
                <a:latin typeface="Replica LL TT"/>
              </a:rPr>
              <a:t>Oracle Cloud Infrastructure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>Dedicated GPU cluster (4-8 NVIDIA A100 GPUs)</a:t>
            </a:r>
            <a:endParaRPr sz="900" i="0" dirty="0">
              <a:solidFill>
                <a:schemeClr val="tx1">
                  <a:lumMod val="50000"/>
                  <a:lumOff val="50000"/>
                </a:schemeClr>
              </a:solidFill>
              <a:latin typeface="Replica LL T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1626C-0DDE-E0D0-F3D1-1463A45056DF}"/>
              </a:ext>
            </a:extLst>
          </p:cNvPr>
          <p:cNvSpPr/>
          <p:nvPr/>
        </p:nvSpPr>
        <p:spPr>
          <a:xfrm>
            <a:off x="4026119" y="4817871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F81CE5E-A1C9-BC76-2261-800135F2305E}"/>
              </a:ext>
            </a:extLst>
          </p:cNvPr>
          <p:cNvSpPr/>
          <p:nvPr/>
        </p:nvSpPr>
        <p:spPr>
          <a:xfrm>
            <a:off x="5717759" y="2784462"/>
            <a:ext cx="5428777" cy="758951"/>
          </a:xfrm>
          <a:prstGeom prst="roundRect">
            <a:avLst>
              <a:gd name="adj" fmla="val 5000"/>
            </a:avLst>
          </a:prstGeom>
          <a:solidFill>
            <a:srgbClr val="F36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>Workforce optimization app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>Packaged workforce optimization engine, dispatcher UI +custom configuration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996054-5211-278E-3BD1-116C9FA96095}"/>
              </a:ext>
            </a:extLst>
          </p:cNvPr>
          <p:cNvGrpSpPr/>
          <p:nvPr/>
        </p:nvGrpSpPr>
        <p:grpSpPr>
          <a:xfrm>
            <a:off x="612359" y="2467146"/>
            <a:ext cx="2590800" cy="1185687"/>
            <a:chOff x="3429000" y="4176432"/>
            <a:chExt cx="6419378" cy="779615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42482B88-6831-85B0-B9A5-8EE2FAD6CE7E}"/>
                </a:ext>
              </a:extLst>
            </p:cNvPr>
            <p:cNvSpPr/>
            <p:nvPr/>
          </p:nvSpPr>
          <p:spPr>
            <a:xfrm>
              <a:off x="3429000" y="4197096"/>
              <a:ext cx="6419378" cy="758951"/>
            </a:xfrm>
            <a:prstGeom prst="roundRect">
              <a:avLst>
                <a:gd name="adj" fmla="val 5000"/>
              </a:avLst>
            </a:prstGeom>
            <a:solidFill>
              <a:srgbClr val="459F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54864" bIns="54864" rtlCol="0" anchor="ctr"/>
            <a:lstStyle/>
            <a:p>
              <a:pPr algn="ctr"/>
              <a:endParaRPr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F03B0FD-7739-7687-CBB6-2AC78D3D56E6}"/>
                </a:ext>
              </a:extLst>
            </p:cNvPr>
            <p:cNvSpPr txBox="1"/>
            <p:nvPr/>
          </p:nvSpPr>
          <p:spPr>
            <a:xfrm>
              <a:off x="4070938" y="4176432"/>
              <a:ext cx="5399830" cy="7521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srgbClr val="FFFFFF"/>
                  </a:solidFill>
                  <a:latin typeface="Replica LL TT"/>
                </a:rPr>
                <a:t>Oracle Field Service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0" i="0" dirty="0">
                  <a:solidFill>
                    <a:srgbClr val="FFFFFF"/>
                  </a:solidFill>
                  <a:latin typeface="Replica LL TT"/>
                </a:rPr>
                <a:t>Oracle Fusion app that manages field workers fleet and their assignments</a:t>
              </a:r>
              <a:endParaRPr sz="1050" b="0" i="0" dirty="0">
                <a:solidFill>
                  <a:srgbClr val="FFFFFF"/>
                </a:solidFill>
                <a:latin typeface="Replica LL TT"/>
              </a:endParaRPr>
            </a:p>
          </p:txBody>
        </p:sp>
      </p:grp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B884B65-5C1B-5262-839D-4E1DBA4EC992}"/>
              </a:ext>
            </a:extLst>
          </p:cNvPr>
          <p:cNvSpPr/>
          <p:nvPr/>
        </p:nvSpPr>
        <p:spPr>
          <a:xfrm>
            <a:off x="612359" y="4252409"/>
            <a:ext cx="2590800" cy="926791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rgbClr val="FFFFFF"/>
                </a:solidFill>
                <a:latin typeface="Replica LL TT"/>
              </a:rPr>
              <a:t>Additional </a:t>
            </a:r>
            <a:r>
              <a:rPr lang="en-US" sz="1500" b="1" dirty="0" err="1">
                <a:solidFill>
                  <a:srgbClr val="FFFFFF"/>
                </a:solidFill>
                <a:latin typeface="Replica LL TT"/>
              </a:rPr>
              <a:t>datasources</a:t>
            </a:r>
            <a:r>
              <a:rPr lang="en-US" sz="1500" b="1" dirty="0">
                <a:solidFill>
                  <a:srgbClr val="FFFFFF"/>
                </a:solidFill>
                <a:latin typeface="Replica LL TT"/>
              </a:rPr>
              <a:t> 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plica LL TT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>i.e. booking system, inventory for parts availability, HR/WFM for people availability, demand forecasting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235C229-AB48-9D77-A8AB-B27B23C3E941}"/>
              </a:ext>
            </a:extLst>
          </p:cNvPr>
          <p:cNvCxnSpPr>
            <a:cxnSpLocks/>
          </p:cNvCxnSpPr>
          <p:nvPr/>
        </p:nvCxnSpPr>
        <p:spPr>
          <a:xfrm>
            <a:off x="3203159" y="2989072"/>
            <a:ext cx="251460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42E423-C31B-495E-485D-158B85285A88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>
            <a:off x="8432148" y="3543413"/>
            <a:ext cx="0" cy="214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F1034A7-FAFA-064A-C9A6-F393951E8C6E}"/>
              </a:ext>
            </a:extLst>
          </p:cNvPr>
          <p:cNvCxnSpPr>
            <a:cxnSpLocks/>
          </p:cNvCxnSpPr>
          <p:nvPr/>
        </p:nvCxnSpPr>
        <p:spPr>
          <a:xfrm flipV="1">
            <a:off x="8079959" y="3533755"/>
            <a:ext cx="0" cy="223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88FB5D-8A84-C4C1-E3C5-D52CBE04F725}"/>
              </a:ext>
            </a:extLst>
          </p:cNvPr>
          <p:cNvCxnSpPr>
            <a:cxnSpLocks/>
          </p:cNvCxnSpPr>
          <p:nvPr/>
        </p:nvCxnSpPr>
        <p:spPr>
          <a:xfrm>
            <a:off x="3203159" y="3179631"/>
            <a:ext cx="2514600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AC0BA67-566A-A048-A021-A110221FF8E0}"/>
              </a:ext>
            </a:extLst>
          </p:cNvPr>
          <p:cNvSpPr txBox="1"/>
          <p:nvPr/>
        </p:nvSpPr>
        <p:spPr>
          <a:xfrm>
            <a:off x="3385264" y="2402391"/>
            <a:ext cx="129966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>Technicians data, default allocations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E03E98-E586-20B9-166D-62834F369081}"/>
              </a:ext>
            </a:extLst>
          </p:cNvPr>
          <p:cNvSpPr txBox="1"/>
          <p:nvPr/>
        </p:nvSpPr>
        <p:spPr>
          <a:xfrm>
            <a:off x="3387257" y="3075703"/>
            <a:ext cx="1299668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>Optimized technicians allocations (by zones, visits)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C2312C70-D97C-EEFA-ED6F-364B01852875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203159" y="3435244"/>
            <a:ext cx="2514600" cy="1280561"/>
          </a:xfrm>
          <a:prstGeom prst="bentConnector3">
            <a:avLst>
              <a:gd name="adj1" fmla="val 75886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6C8A5DC-A630-3625-786A-17515BD7A11F}"/>
              </a:ext>
            </a:extLst>
          </p:cNvPr>
          <p:cNvSpPr txBox="1"/>
          <p:nvPr/>
        </p:nvSpPr>
        <p:spPr>
          <a:xfrm>
            <a:off x="3355559" y="4075524"/>
            <a:ext cx="1356656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>Additional data for scheduling (i.e.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>spare-parts availability)</a:t>
            </a:r>
            <a:endParaRPr lang="en-US" sz="900" i="0" dirty="0">
              <a:solidFill>
                <a:schemeClr val="tx1">
                  <a:lumMod val="50000"/>
                  <a:lumOff val="50000"/>
                </a:schemeClr>
              </a:solidFill>
              <a:latin typeface="Replica LL T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F51C97-A78F-E47A-321D-B3D0D31BCAE0}"/>
              </a:ext>
            </a:extLst>
          </p:cNvPr>
          <p:cNvSpPr txBox="1"/>
          <p:nvPr/>
        </p:nvSpPr>
        <p:spPr>
          <a:xfrm>
            <a:off x="356616" y="1730158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i="1" dirty="0">
                <a:solidFill>
                  <a:srgbClr val="6B7076"/>
                </a:solidFill>
                <a:latin typeface="Replica LL TT"/>
              </a:rPr>
              <a:t>Reference architecture for the workforce optimization solution implementation</a:t>
            </a:r>
            <a:endParaRPr sz="1200" b="0" i="1" dirty="0">
              <a:solidFill>
                <a:srgbClr val="6B7076"/>
              </a:solidFill>
              <a:latin typeface="Replica LL TT"/>
            </a:endParaRPr>
          </a:p>
        </p:txBody>
      </p:sp>
    </p:spTree>
    <p:extLst>
      <p:ext uri="{BB962C8B-B14F-4D97-AF65-F5344CB8AC3E}">
        <p14:creationId xmlns:p14="http://schemas.microsoft.com/office/powerpoint/2010/main" val="231206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1380744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 dirty="0">
                <a:solidFill>
                  <a:srgbClr val="26282B"/>
                </a:solidFill>
                <a:latin typeface="Replica LL TT"/>
              </a:rPr>
              <a:t>TAILORED SOLUTION: PACKAGES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83866"/>
              </p:ext>
            </p:extLst>
          </p:nvPr>
        </p:nvGraphicFramePr>
        <p:xfrm>
          <a:off x="384048" y="1981200"/>
          <a:ext cx="11304536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9728" marR="73152" marT="36576" marB="36576" anchor="ctr"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>PoV   ·   “S”</a:t>
                      </a:r>
                    </a:p>
                  </a:txBody>
                  <a:tcPr marL="109728" marR="73152" marT="36576" marB="36576" anchor="ctr">
                    <a:solidFill>
                      <a:srgbClr val="FE8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>Roll-out   ·   “M”</a:t>
                      </a:r>
                    </a:p>
                  </a:txBody>
                  <a:tcPr marL="109728" marR="73152" marT="36576" marB="36576" anchor="ctr">
                    <a:solidFill>
                      <a:srgbClr val="F36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>Scaling   ·   “L”</a:t>
                      </a:r>
                    </a:p>
                  </a:txBody>
                  <a:tcPr marL="109728" marR="73152" marT="36576" marB="36576" anchor="ctr">
                    <a:solidFill>
                      <a:srgbClr val="D84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Package scope</a:t>
                      </a:r>
                      <a:endParaRPr sz="1050" dirty="0"/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Prove the model’s performance and KPI improvements on the customer’s data and rules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Live solution, integrated into the customer’s workflow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Solution scaling across heterogeneous markets &amp; regions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Price</a:t>
                      </a: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€</a:t>
                      </a:r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90</a:t>
                      </a:r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K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€300–500K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To be defined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Timing</a:t>
                      </a:r>
                    </a:p>
                  </a:txBody>
                  <a:tcPr marL="109728" marR="54864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2 months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3–5 months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3–12 months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Optimization rules &amp; guardrails</a:t>
                      </a: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◐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Re-optimization &amp; feedback loop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Analytics &amp; e</a:t>
                      </a:r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fficiency KPIs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Oracle Field Service integration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Additional data sources &amp; BI integration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Deployment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4048" y="6059424"/>
            <a:ext cx="1142085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6B7076"/>
                </a:solidFill>
                <a:latin typeface="Replica LL TT"/>
              </a:rPr>
              <a:t>◐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partial    </a:t>
            </a:r>
            <a:r>
              <a:rPr sz="1050" b="0" dirty="0">
                <a:solidFill>
                  <a:srgbClr val="6B7076"/>
                </a:solidFill>
                <a:latin typeface="Replica LL TT"/>
              </a:rPr>
              <a:t>●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included    </a:t>
            </a:r>
            <a:r>
              <a:rPr sz="1050" b="0" dirty="0">
                <a:solidFill>
                  <a:srgbClr val="6B7076"/>
                </a:solidFill>
                <a:latin typeface="Replica LL TT"/>
              </a:rPr>
              <a:t>●●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multi-region / advanced</a:t>
            </a:r>
            <a:r>
              <a:rPr lang="en-US" sz="900" b="0" dirty="0">
                <a:solidFill>
                  <a:srgbClr val="6B7076"/>
                </a:solidFill>
                <a:latin typeface="Replica LL TT"/>
              </a:rPr>
              <a:t>.  Figures ar</a:t>
            </a:r>
            <a:r>
              <a:rPr lang="en-US" sz="900" dirty="0">
                <a:solidFill>
                  <a:srgbClr val="6B7076"/>
                </a:solidFill>
                <a:latin typeface="Replica LL TT"/>
              </a:rPr>
              <a:t>e illustrative and subject to confirmation.</a:t>
            </a:r>
            <a:endParaRPr sz="900" b="0" dirty="0">
              <a:solidFill>
                <a:srgbClr val="6B7076"/>
              </a:solidFill>
              <a:latin typeface="Replica LL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D229-4099-A901-8D93-E9538CB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791EC7-7AE0-CF84-8692-527C9CFE9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5178FC-8DE2-E031-A364-B658BF9E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11" y="1066800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 dirty="0">
                <a:solidFill>
                  <a:srgbClr val="26282B"/>
                </a:solidFill>
                <a:latin typeface="Replica LL TT"/>
              </a:rPr>
              <a:t>TAILORED SOLUTION: PACKAGES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DE726F-3EC1-55BB-C220-670A43DF9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5686"/>
              </p:ext>
            </p:extLst>
          </p:nvPr>
        </p:nvGraphicFramePr>
        <p:xfrm>
          <a:off x="377517" y="1600200"/>
          <a:ext cx="11304536" cy="44741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569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109728" marR="73152" marT="36576" marB="36576" anchor="ctr"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>PoV   ·   “S”</a:t>
                      </a:r>
                    </a:p>
                  </a:txBody>
                  <a:tcPr marL="109728" marR="73152" marT="36576" marB="36576" anchor="ctr">
                    <a:solidFill>
                      <a:srgbClr val="FE8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>Roll-out   ·   “M”</a:t>
                      </a:r>
                    </a:p>
                  </a:txBody>
                  <a:tcPr marL="109728" marR="73152" marT="36576" marB="36576" anchor="ctr">
                    <a:solidFill>
                      <a:srgbClr val="F36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>Scaling   ·   “L”</a:t>
                      </a:r>
                    </a:p>
                  </a:txBody>
                  <a:tcPr marL="109728" marR="73152" marT="36576" marB="36576" anchor="ctr">
                    <a:solidFill>
                      <a:srgbClr val="D84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67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Package scope</a:t>
                      </a:r>
                      <a:endParaRPr sz="1050" dirty="0"/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chemeClr val="tx1"/>
                          </a:solidFill>
                          <a:latin typeface="Replica LL TT"/>
                        </a:rPr>
                        <a:t>Limited setup and optimized schedules with manual data import. 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Optimization engine runs with manual data imports and limited rule sets, KPI improvements proved </a:t>
                      </a:r>
                      <a:r>
                        <a:rPr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on the customer’s data and rules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dirty="0">
                          <a:solidFill>
                            <a:schemeClr val="tx1"/>
                          </a:solidFill>
                          <a:latin typeface="Replica LL TT"/>
                        </a:rPr>
                        <a:t>Full setup, data integration and launch at 1 location. 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Scheduling process runs on the optimization engine at 1 location, no manual work, fully integrated in the customer’s workflow.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chemeClr val="tx1"/>
                          </a:solidFill>
                          <a:latin typeface="Replica LL TT"/>
                        </a:rPr>
                        <a:t>Multi-location scaling.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 Scheduling process runs on the optimization engine at all locations, with </a:t>
                      </a:r>
                      <a:r>
                        <a:rPr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heterogeneous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 sets of rules and data workflows.</a:t>
                      </a:r>
                    </a:p>
                    <a:p>
                      <a:pPr algn="l"/>
                      <a:endParaRPr sz="1050" b="0" i="0" dirty="0">
                        <a:solidFill>
                          <a:schemeClr val="tx1"/>
                        </a:solidFill>
                        <a:latin typeface="Replica LL TT"/>
                      </a:endParaRP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18"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Price</a:t>
                      </a:r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 – services 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(one-time)</a:t>
                      </a:r>
                      <a:endParaRPr sz="1050" b="0" i="0" dirty="0">
                        <a:solidFill>
                          <a:srgbClr val="26282B"/>
                        </a:solidFill>
                        <a:latin typeface="Replica LL TT"/>
                      </a:endParaRP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€</a:t>
                      </a:r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90</a:t>
                      </a:r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K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6282B"/>
                          </a:solidFill>
                          <a:latin typeface="Replica LL TT"/>
                        </a:rPr>
                        <a:t>€300–500K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To be defined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18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Price – infrastructure 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(monthly, consumption-based)</a:t>
                      </a:r>
                      <a:endParaRPr sz="1050" b="0" i="0" dirty="0">
                        <a:solidFill>
                          <a:srgbClr val="26282B"/>
                        </a:solidFill>
                        <a:latin typeface="Replica LL TT"/>
                      </a:endParaRPr>
                    </a:p>
                  </a:txBody>
                  <a:tcPr marL="109728" marR="5486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€0</a:t>
                      </a:r>
                      <a:endParaRPr sz="1150" b="1" i="0" dirty="0">
                        <a:solidFill>
                          <a:srgbClr val="26282B"/>
                        </a:solidFill>
                        <a:latin typeface="Replica LL TT"/>
                      </a:endParaRPr>
                    </a:p>
                  </a:txBody>
                  <a:tcPr marL="54864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€15K / month*</a:t>
                      </a:r>
                    </a:p>
                  </a:txBody>
                  <a:tcPr marL="54864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To be defined</a:t>
                      </a:r>
                    </a:p>
                  </a:txBody>
                  <a:tcPr marL="54864" marR="54864" marT="27432" marB="2743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881"/>
                  </a:ext>
                </a:extLst>
              </a:tr>
              <a:tr h="303339"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Timing</a:t>
                      </a:r>
                    </a:p>
                  </a:txBody>
                  <a:tcPr marL="109728" marR="54864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2 months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3–5 months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3–12 months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Optimization rules &amp; guardrails</a:t>
                      </a: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◐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Re-optimization &amp; feedback loop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Analytics &amp; e</a:t>
                      </a:r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fficiency KPIs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Oracle Field Service integration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Additional data sources &amp; BI integration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>Deployment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619AA8-2C94-8258-D49F-14212A3F2774}"/>
              </a:ext>
            </a:extLst>
          </p:cNvPr>
          <p:cNvSpPr txBox="1"/>
          <p:nvPr/>
        </p:nvSpPr>
        <p:spPr>
          <a:xfrm>
            <a:off x="397111" y="6140215"/>
            <a:ext cx="11420856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6B7076"/>
                </a:solidFill>
                <a:latin typeface="Replica LL TT"/>
              </a:rPr>
              <a:t>◐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partial    </a:t>
            </a:r>
            <a:r>
              <a:rPr sz="1050" b="0" dirty="0">
                <a:solidFill>
                  <a:srgbClr val="6B7076"/>
                </a:solidFill>
                <a:latin typeface="Replica LL TT"/>
              </a:rPr>
              <a:t>●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included    </a:t>
            </a:r>
            <a:r>
              <a:rPr sz="1050" b="0" dirty="0">
                <a:solidFill>
                  <a:srgbClr val="6B7076"/>
                </a:solidFill>
                <a:latin typeface="Replica LL TT"/>
              </a:rPr>
              <a:t>●●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multi-region / advanced</a:t>
            </a:r>
            <a:r>
              <a:rPr lang="en-US" sz="900" b="0" dirty="0">
                <a:solidFill>
                  <a:srgbClr val="6B7076"/>
                </a:solidFill>
                <a:latin typeface="Replica LL TT"/>
              </a:rPr>
              <a:t>.</a:t>
            </a:r>
          </a:p>
          <a:p>
            <a:pPr algn="l"/>
            <a:r>
              <a:rPr lang="en-US" sz="900" dirty="0">
                <a:solidFill>
                  <a:srgbClr val="6B7076"/>
                </a:solidFill>
                <a:latin typeface="Replica LL TT"/>
              </a:rPr>
              <a:t>* Price is an estimation only; real consumption depends on the optimization frequency &amp; rules set complexity and optimization approach</a:t>
            </a:r>
            <a:endParaRPr sz="900" b="0" dirty="0">
              <a:solidFill>
                <a:srgbClr val="6B7076"/>
              </a:solidFill>
              <a:latin typeface="Replica LL TT"/>
            </a:endParaRPr>
          </a:p>
        </p:txBody>
      </p:sp>
    </p:spTree>
    <p:extLst>
      <p:ext uri="{BB962C8B-B14F-4D97-AF65-F5344CB8AC3E}">
        <p14:creationId xmlns:p14="http://schemas.microsoft.com/office/powerpoint/2010/main" val="70135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>OCI AI Accelerators — Workforce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8732" y="1319554"/>
            <a:ext cx="8993868" cy="850567"/>
          </a:xfrm>
        </p:spPr>
        <p:txBody>
          <a:bodyPr/>
          <a:lstStyle/>
          <a:p>
            <a:r>
              <a:rPr sz="2600" b="1" dirty="0">
                <a:solidFill>
                  <a:srgbClr val="26282B"/>
                </a:solidFill>
                <a:latin typeface="Replica LL TT"/>
              </a:rPr>
              <a:t>TAILORED SOLUTION: PACKAGES (DETAILED)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827543"/>
              </p:ext>
            </p:extLst>
          </p:nvPr>
        </p:nvGraphicFramePr>
        <p:xfrm>
          <a:off x="393327" y="1981200"/>
          <a:ext cx="11419941" cy="41094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9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9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9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9728" marR="73152" marT="36576" marB="36576" anchor="ctr"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>PoV  ·  “S”</a:t>
                      </a:r>
                    </a:p>
                  </a:txBody>
                  <a:tcPr marL="109728" marR="73152" marT="36576" marB="36576" anchor="ctr">
                    <a:solidFill>
                      <a:srgbClr val="FE8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>Roll-out  ·  “M”</a:t>
                      </a:r>
                    </a:p>
                  </a:txBody>
                  <a:tcPr marL="109728" marR="73152" marT="36576" marB="36576" anchor="ctr">
                    <a:solidFill>
                      <a:srgbClr val="F36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>Scaling  ·  “L”</a:t>
                      </a:r>
                    </a:p>
                  </a:txBody>
                  <a:tcPr marL="109728" marR="73152" marT="36576" marB="36576" anchor="ctr">
                    <a:solidFill>
                      <a:srgbClr val="D84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endParaRPr i="0" dirty="0">
                        <a:solidFill>
                          <a:schemeClr val="tx1"/>
                        </a:solidFill>
                      </a:endParaRP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Limited setup and optimized schedules with manual data import to prove value</a:t>
                      </a:r>
                      <a:endParaRPr sz="1000" b="0" i="0" dirty="0">
                        <a:solidFill>
                          <a:schemeClr val="tx1"/>
                        </a:solidFill>
                        <a:latin typeface="Replica LL TT"/>
                      </a:endParaRP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Full setup, data integration and launch at 1 location</a:t>
                      </a:r>
                      <a:endParaRPr sz="1000" b="0" i="0" dirty="0">
                        <a:solidFill>
                          <a:schemeClr val="tx1"/>
                        </a:solidFill>
                        <a:latin typeface="Replica LL TT"/>
                      </a:endParaRP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>Solution scaling across heterogeneous markets &amp; regions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Optimization rules &amp; guardrails</a:t>
                      </a: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800"/>
                        </a:spcBef>
                      </a:pPr>
                      <a:r>
                        <a:rPr sz="10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>◐</a:t>
                      </a:r>
                      <a:r>
                        <a:rPr sz="12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> </a:t>
                      </a:r>
                      <a:r>
                        <a:rPr sz="1200" b="1" i="0" dirty="0">
                          <a:solidFill>
                            <a:srgbClr val="FE8D6B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Foundational allocation with recurring, most-typical constraints, i.e. zones, skills, planned absences</a:t>
                      </a:r>
                    </a:p>
                  </a:txBody>
                  <a:tcPr marR="73152" marT="54864" marB="5486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Advanced allocation with all operational complexities, i.e. urgent jobs, crews, SLAs, inventory-coupling</a:t>
                      </a:r>
                    </a:p>
                  </a:txBody>
                  <a:tcPr marR="73152" marT="54864" marB="5486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Multiple region-specific optimization-rule configurations</a:t>
                      </a:r>
                    </a:p>
                  </a:txBody>
                  <a:tcPr marR="73152" marT="54864" marB="5486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6282B"/>
                          </a:solidFill>
                          <a:latin typeface="Replica LL TT"/>
                        </a:rPr>
                        <a:t>Re-optimization &amp; feedback loop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 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Feedback-driven re-optimization with alternative allocation options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●●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84F2E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 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Multiple region-specific (re-)optimization workflows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Analytics and e</a:t>
                      </a:r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fficiency KPIs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82B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core KPIs (predicted at scheduling per benchmarks)</a:t>
                      </a:r>
                      <a:endParaRPr sz="1200" b="1" i="0" dirty="0">
                        <a:solidFill>
                          <a:srgbClr val="F36949"/>
                        </a:solidFill>
                        <a:latin typeface="Replica LL TT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 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 </a:t>
                      </a:r>
                      <a:r>
                        <a:rPr lang="en-US"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KPIs w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ith execution-data feedback loop</a:t>
                      </a:r>
                      <a:r>
                        <a:rPr lang="en-US"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 + custom analytics</a:t>
                      </a:r>
                      <a:endParaRPr sz="900" b="0" i="0" dirty="0">
                        <a:solidFill>
                          <a:srgbClr val="26282B"/>
                        </a:solidFill>
                        <a:latin typeface="Replica LL TT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Multiple region-specific KPI sets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Oracle Field Service integration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In: staff, availability, booking data · Out: allocations · In: factual durations &amp; times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Multiple region-specific OFS integrations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Additional data sources &amp; BI integration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 dirty="0">
                          <a:solidFill>
                            <a:srgbClr val="C2C7CC"/>
                          </a:solidFill>
                          <a:latin typeface="Replica LL TT"/>
                        </a:rPr>
                        <a:t>—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Up to 5 typical integrations, i.e. booking system, inventory for parts availability, HR/WFM for people availability, demand forecasting, BI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Multiple region-specific integration landscapes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6282B"/>
                          </a:solidFill>
                          <a:latin typeface="Replica LL TT"/>
                        </a:rPr>
                        <a:t>Deployment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en-US" sz="105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>◐</a:t>
                      </a:r>
                      <a:r>
                        <a:rPr sz="1200" b="1" i="0" dirty="0">
                          <a:solidFill>
                            <a:srgbClr val="FE8D6B"/>
                          </a:solidFill>
                          <a:latin typeface="Replica LL TT"/>
                        </a:rPr>
                        <a:t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Sandboxed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 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Enterprise-integrated (dedicated LZ, IAM, observability)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>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Enterprise-integrated, multi-zone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847A4E-1BB5-F965-00A9-E5D1EC44E067}"/>
              </a:ext>
            </a:extLst>
          </p:cNvPr>
          <p:cNvSpPr txBox="1"/>
          <p:nvPr/>
        </p:nvSpPr>
        <p:spPr>
          <a:xfrm>
            <a:off x="498433" y="6253007"/>
            <a:ext cx="1142085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6B7076"/>
                </a:solidFill>
                <a:latin typeface="Replica LL TT"/>
              </a:rPr>
              <a:t>◐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partial     </a:t>
            </a:r>
            <a:r>
              <a:rPr sz="1050" b="0" dirty="0">
                <a:solidFill>
                  <a:srgbClr val="6B7076"/>
                </a:solidFill>
                <a:latin typeface="Replica LL TT"/>
              </a:rPr>
              <a:t>●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included     </a:t>
            </a:r>
            <a:r>
              <a:rPr sz="1050" b="0" dirty="0">
                <a:solidFill>
                  <a:srgbClr val="6B7076"/>
                </a:solidFill>
                <a:latin typeface="Replica LL TT"/>
              </a:rPr>
              <a:t>●●</a:t>
            </a:r>
            <a:r>
              <a:rPr sz="900" b="0" dirty="0">
                <a:solidFill>
                  <a:srgbClr val="6B7076"/>
                </a:solidFill>
                <a:latin typeface="Replica LL TT"/>
              </a:rPr>
              <a:t> multi-region / advanced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Corporate Template">
  <a:themeElements>
    <a:clrScheme name="SoftServe">
      <a:dk1>
        <a:srgbClr val="000000"/>
      </a:dk1>
      <a:lt1>
        <a:srgbClr val="FFFFFF"/>
      </a:lt1>
      <a:dk2>
        <a:srgbClr val="26282B"/>
      </a:dk2>
      <a:lt2>
        <a:srgbClr val="EDF0F2"/>
      </a:lt2>
      <a:accent1>
        <a:srgbClr val="1485C3"/>
      </a:accent1>
      <a:accent2>
        <a:srgbClr val="459FDD"/>
      </a:accent2>
      <a:accent3>
        <a:srgbClr val="C1DFF3"/>
      </a:accent3>
      <a:accent4>
        <a:srgbClr val="F36949"/>
      </a:accent4>
      <a:accent5>
        <a:srgbClr val="FE8D6B"/>
      </a:accent5>
      <a:accent6>
        <a:srgbClr val="FFCEC0"/>
      </a:accent6>
      <a:hlink>
        <a:srgbClr val="0563C1"/>
      </a:hlink>
      <a:folHlink>
        <a:srgbClr val="4C5156"/>
      </a:folHlink>
    </a:clrScheme>
    <a:fontScheme name="Mix">
      <a:majorFont>
        <a:latin typeface="Azurio-Regular"/>
        <a:ea typeface=""/>
        <a:cs typeface=""/>
      </a:majorFont>
      <a:minorFont>
        <a:latin typeface="ReplicaLLTT-Regular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 Template" id="{A986B37A-3525-0645-9395-D5218B349AF3}" vid="{B3ACE4B2-3658-934D-A7A4-3465F4E4E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A2235D5E88145BF1C4547E2B18A06" ma:contentTypeVersion="4" ma:contentTypeDescription="Create a new document." ma:contentTypeScope="" ma:versionID="07eb133998e241ca422b03216c87fb5a">
  <xsd:schema xmlns:xsd="http://www.w3.org/2001/XMLSchema" xmlns:xs="http://www.w3.org/2001/XMLSchema" xmlns:p="http://schemas.microsoft.com/office/2006/metadata/properties" xmlns:ns2="8aa81e57-3ca5-41ca-b900-588daa88edda" targetNamespace="http://schemas.microsoft.com/office/2006/metadata/properties" ma:root="true" ma:fieldsID="75ca66f714348251d9eab6ffafbf4d89" ns2:_="">
    <xsd:import namespace="8aa81e57-3ca5-41ca-b900-588daa88e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81e57-3ca5-41ca-b900-588daa88e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81BD46-09B5-44AA-9C15-891E4B97B8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a81e57-3ca5-41ca-b900-588daa88ed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383CD7-F1A8-471C-A0CD-38F0172F3A2B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8aa81e57-3ca5-41ca-b900-588daa88edda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28D0A93-F0EA-45EB-9DB5-5B844358CA9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c51c659-9d52-41af-81f7-dde16380e813}" enabled="0" method="" siteId="{6c51c659-9d52-41af-81f7-dde16380e81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2026 Corporate Template</Template>
  <TotalTime>13939</TotalTime>
  <Words>1689</Words>
  <Application>Microsoft Macintosh PowerPoint</Application>
  <PresentationFormat>Widescreen</PresentationFormat>
  <Paragraphs>226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Replica LL TT</vt:lpstr>
      <vt:lpstr>ReplicaLLTT-Regular</vt:lpstr>
      <vt:lpstr>Roboto Mono</vt:lpstr>
      <vt:lpstr>Roboto Mono Light</vt:lpstr>
      <vt:lpstr>Roboto Mono Medium</vt:lpstr>
      <vt:lpstr>Roboto Mono Regular</vt:lpstr>
      <vt:lpstr>2026 Corporate Template</vt:lpstr>
      <vt:lpstr>PowerPoint Presentation</vt:lpstr>
      <vt:lpstr>USE CASE</vt:lpstr>
      <vt:lpstr>VERTICAL APPLICATIONS</vt:lpstr>
      <vt:lpstr>PowerPoint Presentation</vt:lpstr>
      <vt:lpstr>PowerPoint Presentation</vt:lpstr>
      <vt:lpstr>TECHNOLOGY STACK</vt:lpstr>
      <vt:lpstr>Architecture</vt:lpstr>
      <vt:lpstr>TAILORED SOLUTION: PACKAGES</vt:lpstr>
      <vt:lpstr>TAILORED SOLUTION: PACKAGES</vt:lpstr>
      <vt:lpstr>TAILORED SOLUTION: PACKAGES (DETAILED)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Eugeniusz Trynczuk</dc:creator>
  <cp:keywords/>
  <dc:description/>
  <cp:lastModifiedBy>Oleksii Orlov</cp:lastModifiedBy>
  <cp:revision>10</cp:revision>
  <dcterms:created xsi:type="dcterms:W3CDTF">2026-04-16T22:40:10Z</dcterms:created>
  <dcterms:modified xsi:type="dcterms:W3CDTF">2026-07-13T13:16:17Z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0x01010081EA2235D5E88145BF1C4547E2B18A06</vt:lpwstr>
  </property>
  <property fmtid="{D5CDD505-2E9C-101B-9397-08002B2CF9AE}" pid="3" name="MediaServiceImageTags">
    <vt:lpwstr/>
  </property>
</Properties>
</file>